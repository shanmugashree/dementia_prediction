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hwdZJyzKL0b3PCrTvKe6/el/4r7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HANMUGASHREE M 221801049"/>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26T17:19:05.855">
    <p:pos x="6000" y="0"/>
    <p:text>MMSE → Mini-Mental State Examination
MoCA → Montreal Cognitive Assessment</p:text>
    <p:extLst>
      <p:ext uri="{C676402C-5697-4E1C-873F-D02D1690AC5C}">
        <p15:threadingInfo timeZoneBias="0"/>
      </p:ext>
      <p:ext uri="http://customooxmlschemas.google.com/">
        <go:slidesCustomData xmlns:go="http://customooxmlschemas.google.com/" commentPostId="AAABwv5mpJ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51780c8c4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g3851780c8c4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8ab2fcaa07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38ab2fcaa0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8ca9d0077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g38ca9d0077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7" name="Shape 17"/>
        <p:cNvGrpSpPr/>
        <p:nvPr/>
      </p:nvGrpSpPr>
      <p:grpSpPr>
        <a:xfrm>
          <a:off x="0" y="0"/>
          <a:ext cx="0" cy="0"/>
          <a:chOff x="0" y="0"/>
          <a:chExt cx="0" cy="0"/>
        </a:xfrm>
      </p:grpSpPr>
      <p:sp>
        <p:nvSpPr>
          <p:cNvPr id="18" name="Google Shape;18;p8"/>
          <p:cNvSpPr/>
          <p:nvPr/>
        </p:nvSpPr>
        <p:spPr>
          <a:xfrm>
            <a:off x="914400" y="2393950"/>
            <a:ext cx="10363200" cy="109538"/>
          </a:xfrm>
          <a:custGeom>
            <a:rect b="b" l="l" r="r" t="t"/>
            <a:pathLst>
              <a:path extrusionOk="0" h="1000" w="1000">
                <a:moveTo>
                  <a:pt x="0" y="0"/>
                </a:moveTo>
                <a:lnTo>
                  <a:pt x="618" y="0"/>
                </a:lnTo>
                <a:lnTo>
                  <a:pt x="618" y="1000"/>
                </a:lnTo>
                <a:lnTo>
                  <a:pt x="0" y="1000"/>
                </a:lnTo>
                <a:lnTo>
                  <a:pt x="0" y="0"/>
                </a:lnTo>
                <a:close/>
              </a:path>
              <a:path extrusionOk="0" h="1000" w="1000">
                <a:moveTo>
                  <a:pt x="0" y="0"/>
                </a:moveTo>
                <a:lnTo>
                  <a:pt x="1000" y="0"/>
                </a:lnTo>
              </a:path>
            </a:pathLst>
          </a:cu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19" name="Google Shape;19;p8"/>
          <p:cNvSpPr txBox="1"/>
          <p:nvPr>
            <p:ph type="ctrTitle"/>
          </p:nvPr>
        </p:nvSpPr>
        <p:spPr>
          <a:xfrm>
            <a:off x="914400" y="990600"/>
            <a:ext cx="10363200" cy="1371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
          <p:cNvSpPr txBox="1"/>
          <p:nvPr>
            <p:ph idx="1" type="subTitle"/>
          </p:nvPr>
        </p:nvSpPr>
        <p:spPr>
          <a:xfrm>
            <a:off x="1930400" y="3429000"/>
            <a:ext cx="9347200" cy="1600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560"/>
              </a:spcBef>
              <a:spcAft>
                <a:spcPts val="0"/>
              </a:spcAft>
              <a:buSzPts val="2800"/>
              <a:buFont typeface="Noto Sans Symbols"/>
              <a:buNone/>
              <a:defRPr sz="2800"/>
            </a:lvl1pPr>
            <a:lvl2pPr lvl="1" algn="l">
              <a:lnSpc>
                <a:spcPct val="100000"/>
              </a:lnSpc>
              <a:spcBef>
                <a:spcPts val="360"/>
              </a:spcBef>
              <a:spcAft>
                <a:spcPts val="0"/>
              </a:spcAft>
              <a:buSzPts val="1800"/>
              <a:buChar char="■"/>
              <a:defRPr/>
            </a:lvl2pPr>
            <a:lvl3pPr lvl="2" algn="l">
              <a:lnSpc>
                <a:spcPct val="100000"/>
              </a:lnSpc>
              <a:spcBef>
                <a:spcPts val="360"/>
              </a:spcBef>
              <a:spcAft>
                <a:spcPts val="0"/>
              </a:spcAft>
              <a:buSzPts val="1800"/>
              <a:buChar char="□"/>
              <a:defRPr/>
            </a:lvl3pPr>
            <a:lvl4pPr lvl="3" algn="l">
              <a:lnSpc>
                <a:spcPct val="100000"/>
              </a:lnSpc>
              <a:spcBef>
                <a:spcPts val="360"/>
              </a:spcBef>
              <a:spcAft>
                <a:spcPts val="0"/>
              </a:spcAft>
              <a:buSzPts val="1800"/>
              <a:buChar char="■"/>
              <a:defRPr/>
            </a:lvl4pPr>
            <a:lvl5pPr lvl="4" algn="l">
              <a:lnSpc>
                <a:spcPct val="100000"/>
              </a:lnSpc>
              <a:spcBef>
                <a:spcPts val="450"/>
              </a:spcBef>
              <a:spcAft>
                <a:spcPts val="0"/>
              </a:spcAft>
              <a:buSzPts val="1800"/>
              <a:buChar char="▪"/>
              <a:defRPr/>
            </a:lvl5pPr>
            <a:lvl6pPr lvl="5" algn="l">
              <a:lnSpc>
                <a:spcPct val="100000"/>
              </a:lnSpc>
              <a:spcBef>
                <a:spcPts val="450"/>
              </a:spcBef>
              <a:spcAft>
                <a:spcPts val="0"/>
              </a:spcAft>
              <a:buSzPts val="1800"/>
              <a:buChar char="▪"/>
              <a:defRPr/>
            </a:lvl6pPr>
            <a:lvl7pPr lvl="6" algn="l">
              <a:lnSpc>
                <a:spcPct val="100000"/>
              </a:lnSpc>
              <a:spcBef>
                <a:spcPts val="450"/>
              </a:spcBef>
              <a:spcAft>
                <a:spcPts val="0"/>
              </a:spcAft>
              <a:buSzPts val="1800"/>
              <a:buChar char="▪"/>
              <a:defRPr/>
            </a:lvl7pPr>
            <a:lvl8pPr lvl="7" algn="l">
              <a:lnSpc>
                <a:spcPct val="100000"/>
              </a:lnSpc>
              <a:spcBef>
                <a:spcPts val="450"/>
              </a:spcBef>
              <a:spcAft>
                <a:spcPts val="0"/>
              </a:spcAft>
              <a:buSzPts val="1800"/>
              <a:buChar char="▪"/>
              <a:defRPr/>
            </a:lvl8pPr>
            <a:lvl9pPr lvl="8" algn="l">
              <a:lnSpc>
                <a:spcPct val="100000"/>
              </a:lnSpc>
              <a:spcBef>
                <a:spcPts val="450"/>
              </a:spcBef>
              <a:spcAft>
                <a:spcPts val="0"/>
              </a:spcAft>
              <a:buSzPts val="1800"/>
              <a:buChar char="▪"/>
              <a:defRPr/>
            </a:lvl9pPr>
          </a:lstStyle>
          <a:p/>
        </p:txBody>
      </p:sp>
      <p:sp>
        <p:nvSpPr>
          <p:cNvPr id="21" name="Google Shape;21;p8"/>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
          <p:cNvSpPr txBox="1"/>
          <p:nvPr>
            <p:ph idx="11" type="ftr"/>
          </p:nvPr>
        </p:nvSpPr>
        <p:spPr>
          <a:xfrm>
            <a:off x="4165600" y="6248400"/>
            <a:ext cx="38608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9"/>
          <p:cNvSpPr txBox="1"/>
          <p:nvPr>
            <p:ph type="title"/>
          </p:nvPr>
        </p:nvSpPr>
        <p:spPr>
          <a:xfrm>
            <a:off x="766233" y="304801"/>
            <a:ext cx="10668000" cy="12160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
          <p:cNvSpPr txBox="1"/>
          <p:nvPr>
            <p:ph idx="1" type="body"/>
          </p:nvPr>
        </p:nvSpPr>
        <p:spPr>
          <a:xfrm>
            <a:off x="755651" y="1752600"/>
            <a:ext cx="10668000" cy="42672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450"/>
              </a:spcBef>
              <a:spcAft>
                <a:spcPts val="0"/>
              </a:spcAft>
              <a:buSzPts val="1800"/>
              <a:buChar char="▪"/>
              <a:defRPr/>
            </a:lvl5pPr>
            <a:lvl6pPr indent="-342900" lvl="5" marL="2743200" algn="l">
              <a:lnSpc>
                <a:spcPct val="100000"/>
              </a:lnSpc>
              <a:spcBef>
                <a:spcPts val="450"/>
              </a:spcBef>
              <a:spcAft>
                <a:spcPts val="0"/>
              </a:spcAft>
              <a:buSzPts val="1800"/>
              <a:buChar char="▪"/>
              <a:defRPr/>
            </a:lvl6pPr>
            <a:lvl7pPr indent="-342900" lvl="6" marL="3200400" algn="l">
              <a:lnSpc>
                <a:spcPct val="100000"/>
              </a:lnSpc>
              <a:spcBef>
                <a:spcPts val="450"/>
              </a:spcBef>
              <a:spcAft>
                <a:spcPts val="0"/>
              </a:spcAft>
              <a:buSzPts val="1800"/>
              <a:buChar char="▪"/>
              <a:defRPr/>
            </a:lvl7pPr>
            <a:lvl8pPr indent="-342900" lvl="7" marL="3657600" algn="l">
              <a:lnSpc>
                <a:spcPct val="100000"/>
              </a:lnSpc>
              <a:spcBef>
                <a:spcPts val="450"/>
              </a:spcBef>
              <a:spcAft>
                <a:spcPts val="0"/>
              </a:spcAft>
              <a:buSzPts val="1800"/>
              <a:buChar char="▪"/>
              <a:defRPr/>
            </a:lvl8pPr>
            <a:lvl9pPr indent="-342900" lvl="8" marL="4114800" algn="l">
              <a:lnSpc>
                <a:spcPct val="100000"/>
              </a:lnSpc>
              <a:spcBef>
                <a:spcPts val="450"/>
              </a:spcBef>
              <a:spcAft>
                <a:spcPts val="0"/>
              </a:spcAft>
              <a:buSzPts val="1800"/>
              <a:buChar char="▪"/>
              <a:defRPr/>
            </a:lvl9pPr>
          </a:lstStyle>
          <a:p/>
        </p:txBody>
      </p:sp>
      <p:sp>
        <p:nvSpPr>
          <p:cNvPr id="27" name="Google Shape;27;p9"/>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9"/>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9"/>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10"/>
          <p:cNvSpPr txBox="1"/>
          <p:nvPr>
            <p:ph type="title"/>
          </p:nvPr>
        </p:nvSpPr>
        <p:spPr>
          <a:xfrm>
            <a:off x="766233" y="304801"/>
            <a:ext cx="10668000" cy="12160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0"/>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0"/>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0"/>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11"/>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1"/>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SzPts val="2000"/>
              <a:buNone/>
              <a:defRPr sz="2000"/>
            </a:lvl1pPr>
            <a:lvl2pPr indent="-228600" lvl="1" marL="914400" algn="l">
              <a:lnSpc>
                <a:spcPct val="100000"/>
              </a:lnSpc>
              <a:spcBef>
                <a:spcPts val="360"/>
              </a:spcBef>
              <a:spcAft>
                <a:spcPts val="0"/>
              </a:spcAft>
              <a:buSzPts val="1800"/>
              <a:buNone/>
              <a:defRPr sz="1800"/>
            </a:lvl2pPr>
            <a:lvl3pPr indent="-228600" lvl="2" marL="1371600" algn="l">
              <a:lnSpc>
                <a:spcPct val="100000"/>
              </a:lnSpc>
              <a:spcBef>
                <a:spcPts val="320"/>
              </a:spcBef>
              <a:spcAft>
                <a:spcPts val="0"/>
              </a:spcAft>
              <a:buSzPts val="1600"/>
              <a:buNone/>
              <a:defRPr sz="1600"/>
            </a:lvl3pPr>
            <a:lvl4pPr indent="-228600" lvl="3" marL="1828800" algn="l">
              <a:lnSpc>
                <a:spcPct val="100000"/>
              </a:lnSpc>
              <a:spcBef>
                <a:spcPts val="280"/>
              </a:spcBef>
              <a:spcAft>
                <a:spcPts val="0"/>
              </a:spcAft>
              <a:buSzPts val="1400"/>
              <a:buNone/>
              <a:defRPr sz="1400"/>
            </a:lvl4pPr>
            <a:lvl5pPr indent="-228600" lvl="4" marL="2286000" algn="l">
              <a:lnSpc>
                <a:spcPct val="100000"/>
              </a:lnSpc>
              <a:spcBef>
                <a:spcPts val="350"/>
              </a:spcBef>
              <a:spcAft>
                <a:spcPts val="0"/>
              </a:spcAft>
              <a:buSzPts val="1400"/>
              <a:buNone/>
              <a:defRPr sz="1400"/>
            </a:lvl5pPr>
            <a:lvl6pPr indent="-228600" lvl="5" marL="2743200" algn="l">
              <a:lnSpc>
                <a:spcPct val="100000"/>
              </a:lnSpc>
              <a:spcBef>
                <a:spcPts val="350"/>
              </a:spcBef>
              <a:spcAft>
                <a:spcPts val="0"/>
              </a:spcAft>
              <a:buSzPts val="1400"/>
              <a:buNone/>
              <a:defRPr sz="1400"/>
            </a:lvl6pPr>
            <a:lvl7pPr indent="-228600" lvl="6" marL="3200400" algn="l">
              <a:lnSpc>
                <a:spcPct val="100000"/>
              </a:lnSpc>
              <a:spcBef>
                <a:spcPts val="350"/>
              </a:spcBef>
              <a:spcAft>
                <a:spcPts val="0"/>
              </a:spcAft>
              <a:buSzPts val="1400"/>
              <a:buNone/>
              <a:defRPr sz="1400"/>
            </a:lvl7pPr>
            <a:lvl8pPr indent="-228600" lvl="7" marL="3657600" algn="l">
              <a:lnSpc>
                <a:spcPct val="100000"/>
              </a:lnSpc>
              <a:spcBef>
                <a:spcPts val="350"/>
              </a:spcBef>
              <a:spcAft>
                <a:spcPts val="0"/>
              </a:spcAft>
              <a:buSzPts val="1400"/>
              <a:buNone/>
              <a:defRPr sz="1400"/>
            </a:lvl8pPr>
            <a:lvl9pPr indent="-228600" lvl="8" marL="4114800" algn="l">
              <a:lnSpc>
                <a:spcPct val="100000"/>
              </a:lnSpc>
              <a:spcBef>
                <a:spcPts val="350"/>
              </a:spcBef>
              <a:spcAft>
                <a:spcPts val="0"/>
              </a:spcAft>
              <a:buSzPts val="1400"/>
              <a:buNone/>
              <a:defRPr sz="1400"/>
            </a:lvl9pPr>
          </a:lstStyle>
          <a:p/>
        </p:txBody>
      </p:sp>
      <p:sp>
        <p:nvSpPr>
          <p:cNvPr id="38" name="Google Shape;38;p11"/>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1"/>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1"/>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12"/>
          <p:cNvSpPr txBox="1"/>
          <p:nvPr>
            <p:ph type="title"/>
          </p:nvPr>
        </p:nvSpPr>
        <p:spPr>
          <a:xfrm>
            <a:off x="766233" y="304801"/>
            <a:ext cx="10668000" cy="12160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2"/>
          <p:cNvSpPr txBox="1"/>
          <p:nvPr>
            <p:ph idx="1" type="body"/>
          </p:nvPr>
        </p:nvSpPr>
        <p:spPr>
          <a:xfrm>
            <a:off x="755651" y="1752600"/>
            <a:ext cx="5232400" cy="42672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SzPts val="2800"/>
              <a:buChar char="□"/>
              <a:defRPr sz="28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450"/>
              </a:spcBef>
              <a:spcAft>
                <a:spcPts val="0"/>
              </a:spcAft>
              <a:buSzPts val="1800"/>
              <a:buChar char="▪"/>
              <a:defRPr sz="1800"/>
            </a:lvl5pPr>
            <a:lvl6pPr indent="-342900" lvl="5" marL="2743200" algn="l">
              <a:lnSpc>
                <a:spcPct val="100000"/>
              </a:lnSpc>
              <a:spcBef>
                <a:spcPts val="450"/>
              </a:spcBef>
              <a:spcAft>
                <a:spcPts val="0"/>
              </a:spcAft>
              <a:buSzPts val="1800"/>
              <a:buChar char="▪"/>
              <a:defRPr sz="1800"/>
            </a:lvl6pPr>
            <a:lvl7pPr indent="-342900" lvl="6" marL="3200400" algn="l">
              <a:lnSpc>
                <a:spcPct val="100000"/>
              </a:lnSpc>
              <a:spcBef>
                <a:spcPts val="450"/>
              </a:spcBef>
              <a:spcAft>
                <a:spcPts val="0"/>
              </a:spcAft>
              <a:buSzPts val="1800"/>
              <a:buChar char="▪"/>
              <a:defRPr sz="1800"/>
            </a:lvl7pPr>
            <a:lvl8pPr indent="-342900" lvl="7" marL="3657600" algn="l">
              <a:lnSpc>
                <a:spcPct val="100000"/>
              </a:lnSpc>
              <a:spcBef>
                <a:spcPts val="450"/>
              </a:spcBef>
              <a:spcAft>
                <a:spcPts val="0"/>
              </a:spcAft>
              <a:buSzPts val="1800"/>
              <a:buChar char="▪"/>
              <a:defRPr sz="1800"/>
            </a:lvl8pPr>
            <a:lvl9pPr indent="-342900" lvl="8" marL="4114800" algn="l">
              <a:lnSpc>
                <a:spcPct val="100000"/>
              </a:lnSpc>
              <a:spcBef>
                <a:spcPts val="450"/>
              </a:spcBef>
              <a:spcAft>
                <a:spcPts val="0"/>
              </a:spcAft>
              <a:buSzPts val="1800"/>
              <a:buChar char="▪"/>
              <a:defRPr sz="1800"/>
            </a:lvl9pPr>
          </a:lstStyle>
          <a:p/>
        </p:txBody>
      </p:sp>
      <p:sp>
        <p:nvSpPr>
          <p:cNvPr id="44" name="Google Shape;44;p12"/>
          <p:cNvSpPr txBox="1"/>
          <p:nvPr>
            <p:ph idx="2" type="body"/>
          </p:nvPr>
        </p:nvSpPr>
        <p:spPr>
          <a:xfrm>
            <a:off x="6191251" y="1752600"/>
            <a:ext cx="5232400" cy="42672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SzPts val="2800"/>
              <a:buChar char="□"/>
              <a:defRPr sz="28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450"/>
              </a:spcBef>
              <a:spcAft>
                <a:spcPts val="0"/>
              </a:spcAft>
              <a:buSzPts val="1800"/>
              <a:buChar char="▪"/>
              <a:defRPr sz="1800"/>
            </a:lvl5pPr>
            <a:lvl6pPr indent="-342900" lvl="5" marL="2743200" algn="l">
              <a:lnSpc>
                <a:spcPct val="100000"/>
              </a:lnSpc>
              <a:spcBef>
                <a:spcPts val="450"/>
              </a:spcBef>
              <a:spcAft>
                <a:spcPts val="0"/>
              </a:spcAft>
              <a:buSzPts val="1800"/>
              <a:buChar char="▪"/>
              <a:defRPr sz="1800"/>
            </a:lvl6pPr>
            <a:lvl7pPr indent="-342900" lvl="6" marL="3200400" algn="l">
              <a:lnSpc>
                <a:spcPct val="100000"/>
              </a:lnSpc>
              <a:spcBef>
                <a:spcPts val="450"/>
              </a:spcBef>
              <a:spcAft>
                <a:spcPts val="0"/>
              </a:spcAft>
              <a:buSzPts val="1800"/>
              <a:buChar char="▪"/>
              <a:defRPr sz="1800"/>
            </a:lvl7pPr>
            <a:lvl8pPr indent="-342900" lvl="7" marL="3657600" algn="l">
              <a:lnSpc>
                <a:spcPct val="100000"/>
              </a:lnSpc>
              <a:spcBef>
                <a:spcPts val="450"/>
              </a:spcBef>
              <a:spcAft>
                <a:spcPts val="0"/>
              </a:spcAft>
              <a:buSzPts val="1800"/>
              <a:buChar char="▪"/>
              <a:defRPr sz="1800"/>
            </a:lvl8pPr>
            <a:lvl9pPr indent="-342900" lvl="8" marL="4114800" algn="l">
              <a:lnSpc>
                <a:spcPct val="100000"/>
              </a:lnSpc>
              <a:spcBef>
                <a:spcPts val="450"/>
              </a:spcBef>
              <a:spcAft>
                <a:spcPts val="0"/>
              </a:spcAft>
              <a:buSzPts val="1800"/>
              <a:buChar char="▪"/>
              <a:defRPr sz="1800"/>
            </a:lvl9pPr>
          </a:lstStyle>
          <a:p/>
        </p:txBody>
      </p:sp>
      <p:sp>
        <p:nvSpPr>
          <p:cNvPr id="45" name="Google Shape;45;p12"/>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2"/>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13"/>
          <p:cNvSpPr txBox="1"/>
          <p:nvPr>
            <p:ph type="title"/>
          </p:nvPr>
        </p:nvSpPr>
        <p:spPr>
          <a:xfrm>
            <a:off x="609600" y="274638"/>
            <a:ext cx="10972800" cy="1143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3"/>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2400"/>
              <a:buNone/>
              <a:defRPr b="1" sz="2400"/>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100000"/>
              </a:lnSpc>
              <a:spcBef>
                <a:spcPts val="400"/>
              </a:spcBef>
              <a:spcAft>
                <a:spcPts val="0"/>
              </a:spcAft>
              <a:buSzPts val="1600"/>
              <a:buNone/>
              <a:defRPr b="1" sz="1600"/>
            </a:lvl6pPr>
            <a:lvl7pPr indent="-228600" lvl="6" marL="3200400" algn="l">
              <a:lnSpc>
                <a:spcPct val="100000"/>
              </a:lnSpc>
              <a:spcBef>
                <a:spcPts val="400"/>
              </a:spcBef>
              <a:spcAft>
                <a:spcPts val="0"/>
              </a:spcAft>
              <a:buSzPts val="1600"/>
              <a:buNone/>
              <a:defRPr b="1" sz="1600"/>
            </a:lvl7pPr>
            <a:lvl8pPr indent="-228600" lvl="7" marL="3657600" algn="l">
              <a:lnSpc>
                <a:spcPct val="100000"/>
              </a:lnSpc>
              <a:spcBef>
                <a:spcPts val="400"/>
              </a:spcBef>
              <a:spcAft>
                <a:spcPts val="0"/>
              </a:spcAft>
              <a:buSzPts val="1600"/>
              <a:buNone/>
              <a:defRPr b="1" sz="1600"/>
            </a:lvl8pPr>
            <a:lvl9pPr indent="-228600" lvl="8" marL="4114800" algn="l">
              <a:lnSpc>
                <a:spcPct val="100000"/>
              </a:lnSpc>
              <a:spcBef>
                <a:spcPts val="400"/>
              </a:spcBef>
              <a:spcAft>
                <a:spcPts val="0"/>
              </a:spcAft>
              <a:buSzPts val="1600"/>
              <a:buNone/>
              <a:defRPr b="1" sz="1600"/>
            </a:lvl9pPr>
          </a:lstStyle>
          <a:p/>
        </p:txBody>
      </p:sp>
      <p:sp>
        <p:nvSpPr>
          <p:cNvPr id="51" name="Google Shape;51;p13"/>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SzPts val="2400"/>
              <a:buChar char="□"/>
              <a:defRPr sz="2400"/>
            </a:lvl1pPr>
            <a:lvl2pPr indent="-355600" lvl="1" marL="914400" algn="l">
              <a:lnSpc>
                <a:spcPct val="100000"/>
              </a:lnSpc>
              <a:spcBef>
                <a:spcPts val="400"/>
              </a:spcBef>
              <a:spcAft>
                <a:spcPts val="0"/>
              </a:spcAft>
              <a:buSzPts val="2000"/>
              <a:buChar char="■"/>
              <a:defRPr sz="2000"/>
            </a:lvl2pPr>
            <a:lvl3pPr indent="-342900" lvl="2" marL="1371600" algn="l">
              <a:lnSpc>
                <a:spcPct val="100000"/>
              </a:lnSpc>
              <a:spcBef>
                <a:spcPts val="360"/>
              </a:spcBef>
              <a:spcAft>
                <a:spcPts val="0"/>
              </a:spcAft>
              <a:buSzPts val="1800"/>
              <a:buChar char="□"/>
              <a:defRPr sz="1800"/>
            </a:lvl3pPr>
            <a:lvl4pPr indent="-330200" lvl="3" marL="1828800" algn="l">
              <a:lnSpc>
                <a:spcPct val="100000"/>
              </a:lnSpc>
              <a:spcBef>
                <a:spcPts val="32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30200" lvl="5" marL="2743200" algn="l">
              <a:lnSpc>
                <a:spcPct val="100000"/>
              </a:lnSpc>
              <a:spcBef>
                <a:spcPts val="400"/>
              </a:spcBef>
              <a:spcAft>
                <a:spcPts val="0"/>
              </a:spcAft>
              <a:buSzPts val="1600"/>
              <a:buChar char="▪"/>
              <a:defRPr sz="1600"/>
            </a:lvl6pPr>
            <a:lvl7pPr indent="-330200" lvl="6" marL="3200400" algn="l">
              <a:lnSpc>
                <a:spcPct val="100000"/>
              </a:lnSpc>
              <a:spcBef>
                <a:spcPts val="400"/>
              </a:spcBef>
              <a:spcAft>
                <a:spcPts val="0"/>
              </a:spcAft>
              <a:buSzPts val="1600"/>
              <a:buChar char="▪"/>
              <a:defRPr sz="1600"/>
            </a:lvl7pPr>
            <a:lvl8pPr indent="-330200" lvl="7" marL="3657600" algn="l">
              <a:lnSpc>
                <a:spcPct val="100000"/>
              </a:lnSpc>
              <a:spcBef>
                <a:spcPts val="400"/>
              </a:spcBef>
              <a:spcAft>
                <a:spcPts val="0"/>
              </a:spcAft>
              <a:buSzPts val="1600"/>
              <a:buChar char="▪"/>
              <a:defRPr sz="1600"/>
            </a:lvl8pPr>
            <a:lvl9pPr indent="-330200" lvl="8" marL="4114800" algn="l">
              <a:lnSpc>
                <a:spcPct val="100000"/>
              </a:lnSpc>
              <a:spcBef>
                <a:spcPts val="400"/>
              </a:spcBef>
              <a:spcAft>
                <a:spcPts val="0"/>
              </a:spcAft>
              <a:buSzPts val="1600"/>
              <a:buChar char="▪"/>
              <a:defRPr sz="1600"/>
            </a:lvl9pPr>
          </a:lstStyle>
          <a:p/>
        </p:txBody>
      </p:sp>
      <p:sp>
        <p:nvSpPr>
          <p:cNvPr id="52" name="Google Shape;52;p13"/>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2400"/>
              <a:buNone/>
              <a:defRPr b="1" sz="2400"/>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100000"/>
              </a:lnSpc>
              <a:spcBef>
                <a:spcPts val="400"/>
              </a:spcBef>
              <a:spcAft>
                <a:spcPts val="0"/>
              </a:spcAft>
              <a:buSzPts val="1600"/>
              <a:buNone/>
              <a:defRPr b="1" sz="1600"/>
            </a:lvl6pPr>
            <a:lvl7pPr indent="-228600" lvl="6" marL="3200400" algn="l">
              <a:lnSpc>
                <a:spcPct val="100000"/>
              </a:lnSpc>
              <a:spcBef>
                <a:spcPts val="400"/>
              </a:spcBef>
              <a:spcAft>
                <a:spcPts val="0"/>
              </a:spcAft>
              <a:buSzPts val="1600"/>
              <a:buNone/>
              <a:defRPr b="1" sz="1600"/>
            </a:lvl7pPr>
            <a:lvl8pPr indent="-228600" lvl="7" marL="3657600" algn="l">
              <a:lnSpc>
                <a:spcPct val="100000"/>
              </a:lnSpc>
              <a:spcBef>
                <a:spcPts val="400"/>
              </a:spcBef>
              <a:spcAft>
                <a:spcPts val="0"/>
              </a:spcAft>
              <a:buSzPts val="1600"/>
              <a:buNone/>
              <a:defRPr b="1" sz="1600"/>
            </a:lvl8pPr>
            <a:lvl9pPr indent="-228600" lvl="8" marL="4114800" algn="l">
              <a:lnSpc>
                <a:spcPct val="100000"/>
              </a:lnSpc>
              <a:spcBef>
                <a:spcPts val="400"/>
              </a:spcBef>
              <a:spcAft>
                <a:spcPts val="0"/>
              </a:spcAft>
              <a:buSzPts val="1600"/>
              <a:buNone/>
              <a:defRPr b="1" sz="1600"/>
            </a:lvl9pPr>
          </a:lstStyle>
          <a:p/>
        </p:txBody>
      </p:sp>
      <p:sp>
        <p:nvSpPr>
          <p:cNvPr id="53" name="Google Shape;53;p13"/>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SzPts val="2400"/>
              <a:buChar char="□"/>
              <a:defRPr sz="2400"/>
            </a:lvl1pPr>
            <a:lvl2pPr indent="-355600" lvl="1" marL="914400" algn="l">
              <a:lnSpc>
                <a:spcPct val="100000"/>
              </a:lnSpc>
              <a:spcBef>
                <a:spcPts val="400"/>
              </a:spcBef>
              <a:spcAft>
                <a:spcPts val="0"/>
              </a:spcAft>
              <a:buSzPts val="2000"/>
              <a:buChar char="■"/>
              <a:defRPr sz="2000"/>
            </a:lvl2pPr>
            <a:lvl3pPr indent="-342900" lvl="2" marL="1371600" algn="l">
              <a:lnSpc>
                <a:spcPct val="100000"/>
              </a:lnSpc>
              <a:spcBef>
                <a:spcPts val="360"/>
              </a:spcBef>
              <a:spcAft>
                <a:spcPts val="0"/>
              </a:spcAft>
              <a:buSzPts val="1800"/>
              <a:buChar char="□"/>
              <a:defRPr sz="1800"/>
            </a:lvl3pPr>
            <a:lvl4pPr indent="-330200" lvl="3" marL="1828800" algn="l">
              <a:lnSpc>
                <a:spcPct val="100000"/>
              </a:lnSpc>
              <a:spcBef>
                <a:spcPts val="32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30200" lvl="5" marL="2743200" algn="l">
              <a:lnSpc>
                <a:spcPct val="100000"/>
              </a:lnSpc>
              <a:spcBef>
                <a:spcPts val="400"/>
              </a:spcBef>
              <a:spcAft>
                <a:spcPts val="0"/>
              </a:spcAft>
              <a:buSzPts val="1600"/>
              <a:buChar char="▪"/>
              <a:defRPr sz="1600"/>
            </a:lvl6pPr>
            <a:lvl7pPr indent="-330200" lvl="6" marL="3200400" algn="l">
              <a:lnSpc>
                <a:spcPct val="100000"/>
              </a:lnSpc>
              <a:spcBef>
                <a:spcPts val="400"/>
              </a:spcBef>
              <a:spcAft>
                <a:spcPts val="0"/>
              </a:spcAft>
              <a:buSzPts val="1600"/>
              <a:buChar char="▪"/>
              <a:defRPr sz="1600"/>
            </a:lvl7pPr>
            <a:lvl8pPr indent="-330200" lvl="7" marL="3657600" algn="l">
              <a:lnSpc>
                <a:spcPct val="100000"/>
              </a:lnSpc>
              <a:spcBef>
                <a:spcPts val="400"/>
              </a:spcBef>
              <a:spcAft>
                <a:spcPts val="0"/>
              </a:spcAft>
              <a:buSzPts val="1600"/>
              <a:buChar char="▪"/>
              <a:defRPr sz="1600"/>
            </a:lvl8pPr>
            <a:lvl9pPr indent="-330200" lvl="8" marL="4114800" algn="l">
              <a:lnSpc>
                <a:spcPct val="100000"/>
              </a:lnSpc>
              <a:spcBef>
                <a:spcPts val="400"/>
              </a:spcBef>
              <a:spcAft>
                <a:spcPts val="0"/>
              </a:spcAft>
              <a:buSzPts val="1600"/>
              <a:buChar char="▪"/>
              <a:defRPr sz="1600"/>
            </a:lvl9pPr>
          </a:lstStyle>
          <a:p/>
        </p:txBody>
      </p:sp>
      <p:sp>
        <p:nvSpPr>
          <p:cNvPr id="54" name="Google Shape;54;p13"/>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4"/>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4"/>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5"/>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SzPts val="3200"/>
              <a:buChar char="□"/>
              <a:defRPr sz="3200"/>
            </a:lvl1pPr>
            <a:lvl2pPr indent="-406400" lvl="1" marL="914400" algn="l">
              <a:lnSpc>
                <a:spcPct val="100000"/>
              </a:lnSpc>
              <a:spcBef>
                <a:spcPts val="56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500"/>
              </a:spcBef>
              <a:spcAft>
                <a:spcPts val="0"/>
              </a:spcAft>
              <a:buSzPts val="2000"/>
              <a:buChar char="▪"/>
              <a:defRPr sz="2000"/>
            </a:lvl5pPr>
            <a:lvl6pPr indent="-355600" lvl="5" marL="2743200" algn="l">
              <a:lnSpc>
                <a:spcPct val="100000"/>
              </a:lnSpc>
              <a:spcBef>
                <a:spcPts val="500"/>
              </a:spcBef>
              <a:spcAft>
                <a:spcPts val="0"/>
              </a:spcAft>
              <a:buSzPts val="2000"/>
              <a:buChar char="▪"/>
              <a:defRPr sz="2000"/>
            </a:lvl6pPr>
            <a:lvl7pPr indent="-355600" lvl="6" marL="3200400" algn="l">
              <a:lnSpc>
                <a:spcPct val="100000"/>
              </a:lnSpc>
              <a:spcBef>
                <a:spcPts val="500"/>
              </a:spcBef>
              <a:spcAft>
                <a:spcPts val="0"/>
              </a:spcAft>
              <a:buSzPts val="2000"/>
              <a:buChar char="▪"/>
              <a:defRPr sz="2000"/>
            </a:lvl7pPr>
            <a:lvl8pPr indent="-355600" lvl="7" marL="3657600" algn="l">
              <a:lnSpc>
                <a:spcPct val="100000"/>
              </a:lnSpc>
              <a:spcBef>
                <a:spcPts val="500"/>
              </a:spcBef>
              <a:spcAft>
                <a:spcPts val="0"/>
              </a:spcAft>
              <a:buSzPts val="2000"/>
              <a:buChar char="▪"/>
              <a:defRPr sz="2000"/>
            </a:lvl8pPr>
            <a:lvl9pPr indent="-355600" lvl="8" marL="4114800" algn="l">
              <a:lnSpc>
                <a:spcPct val="100000"/>
              </a:lnSpc>
              <a:spcBef>
                <a:spcPts val="500"/>
              </a:spcBef>
              <a:spcAft>
                <a:spcPts val="0"/>
              </a:spcAft>
              <a:buSzPts val="2000"/>
              <a:buChar char="▪"/>
              <a:defRPr sz="2000"/>
            </a:lvl9pPr>
          </a:lstStyle>
          <a:p/>
        </p:txBody>
      </p:sp>
      <p:sp>
        <p:nvSpPr>
          <p:cNvPr id="64" name="Google Shape;64;p15"/>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1400"/>
              <a:buNone/>
              <a:defRPr sz="1400"/>
            </a:lvl1pPr>
            <a:lvl2pPr indent="-228600" lvl="1" marL="914400" algn="l">
              <a:lnSpc>
                <a:spcPct val="100000"/>
              </a:lnSpc>
              <a:spcBef>
                <a:spcPts val="24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225"/>
              </a:spcBef>
              <a:spcAft>
                <a:spcPts val="0"/>
              </a:spcAft>
              <a:buSzPts val="900"/>
              <a:buNone/>
              <a:defRPr sz="900"/>
            </a:lvl5pPr>
            <a:lvl6pPr indent="-228600" lvl="5" marL="2743200" algn="l">
              <a:lnSpc>
                <a:spcPct val="100000"/>
              </a:lnSpc>
              <a:spcBef>
                <a:spcPts val="225"/>
              </a:spcBef>
              <a:spcAft>
                <a:spcPts val="0"/>
              </a:spcAft>
              <a:buSzPts val="900"/>
              <a:buNone/>
              <a:defRPr sz="900"/>
            </a:lvl6pPr>
            <a:lvl7pPr indent="-228600" lvl="6" marL="3200400" algn="l">
              <a:lnSpc>
                <a:spcPct val="100000"/>
              </a:lnSpc>
              <a:spcBef>
                <a:spcPts val="225"/>
              </a:spcBef>
              <a:spcAft>
                <a:spcPts val="0"/>
              </a:spcAft>
              <a:buSzPts val="900"/>
              <a:buNone/>
              <a:defRPr sz="900"/>
            </a:lvl7pPr>
            <a:lvl8pPr indent="-228600" lvl="7" marL="3657600" algn="l">
              <a:lnSpc>
                <a:spcPct val="100000"/>
              </a:lnSpc>
              <a:spcBef>
                <a:spcPts val="225"/>
              </a:spcBef>
              <a:spcAft>
                <a:spcPts val="0"/>
              </a:spcAft>
              <a:buSzPts val="900"/>
              <a:buNone/>
              <a:defRPr sz="900"/>
            </a:lvl8pPr>
            <a:lvl9pPr indent="-228600" lvl="8" marL="4114800" algn="l">
              <a:lnSpc>
                <a:spcPct val="100000"/>
              </a:lnSpc>
              <a:spcBef>
                <a:spcPts val="225"/>
              </a:spcBef>
              <a:spcAft>
                <a:spcPts val="0"/>
              </a:spcAft>
              <a:buSzPts val="900"/>
              <a:buNone/>
              <a:defRPr sz="900"/>
            </a:lvl9pPr>
          </a:lstStyle>
          <a:p/>
        </p:txBody>
      </p:sp>
      <p:sp>
        <p:nvSpPr>
          <p:cNvPr id="65" name="Google Shape;65;p15"/>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16"/>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p:nvPr>
            <p:ph idx="2" type="pic"/>
          </p:nvPr>
        </p:nvSpPr>
        <p:spPr>
          <a:xfrm>
            <a:off x="2389717" y="612775"/>
            <a:ext cx="7315200" cy="4114800"/>
          </a:xfrm>
          <a:prstGeom prst="rect">
            <a:avLst/>
          </a:prstGeom>
          <a:noFill/>
          <a:ln>
            <a:noFill/>
          </a:ln>
        </p:spPr>
      </p:sp>
      <p:sp>
        <p:nvSpPr>
          <p:cNvPr id="71" name="Google Shape;71;p16"/>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1400"/>
              <a:buNone/>
              <a:defRPr sz="1400"/>
            </a:lvl1pPr>
            <a:lvl2pPr indent="-228600" lvl="1" marL="914400" algn="l">
              <a:lnSpc>
                <a:spcPct val="100000"/>
              </a:lnSpc>
              <a:spcBef>
                <a:spcPts val="24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225"/>
              </a:spcBef>
              <a:spcAft>
                <a:spcPts val="0"/>
              </a:spcAft>
              <a:buSzPts val="900"/>
              <a:buNone/>
              <a:defRPr sz="900"/>
            </a:lvl5pPr>
            <a:lvl6pPr indent="-228600" lvl="5" marL="2743200" algn="l">
              <a:lnSpc>
                <a:spcPct val="100000"/>
              </a:lnSpc>
              <a:spcBef>
                <a:spcPts val="225"/>
              </a:spcBef>
              <a:spcAft>
                <a:spcPts val="0"/>
              </a:spcAft>
              <a:buSzPts val="900"/>
              <a:buNone/>
              <a:defRPr sz="900"/>
            </a:lvl6pPr>
            <a:lvl7pPr indent="-228600" lvl="6" marL="3200400" algn="l">
              <a:lnSpc>
                <a:spcPct val="100000"/>
              </a:lnSpc>
              <a:spcBef>
                <a:spcPts val="225"/>
              </a:spcBef>
              <a:spcAft>
                <a:spcPts val="0"/>
              </a:spcAft>
              <a:buSzPts val="900"/>
              <a:buNone/>
              <a:defRPr sz="900"/>
            </a:lvl7pPr>
            <a:lvl8pPr indent="-228600" lvl="7" marL="3657600" algn="l">
              <a:lnSpc>
                <a:spcPct val="100000"/>
              </a:lnSpc>
              <a:spcBef>
                <a:spcPts val="225"/>
              </a:spcBef>
              <a:spcAft>
                <a:spcPts val="0"/>
              </a:spcAft>
              <a:buSzPts val="900"/>
              <a:buNone/>
              <a:defRPr sz="900"/>
            </a:lvl8pPr>
            <a:lvl9pPr indent="-228600" lvl="8" marL="4114800" algn="l">
              <a:lnSpc>
                <a:spcPct val="100000"/>
              </a:lnSpc>
              <a:spcBef>
                <a:spcPts val="225"/>
              </a:spcBef>
              <a:spcAft>
                <a:spcPts val="0"/>
              </a:spcAft>
              <a:buSzPts val="900"/>
              <a:buNone/>
              <a:defRPr sz="900"/>
            </a:lvl9pPr>
          </a:lstStyle>
          <a:p/>
        </p:txBody>
      </p:sp>
      <p:sp>
        <p:nvSpPr>
          <p:cNvPr id="72" name="Google Shape;72;p16"/>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6"/>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6"/>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17"/>
          <p:cNvSpPr txBox="1"/>
          <p:nvPr>
            <p:ph type="title"/>
          </p:nvPr>
        </p:nvSpPr>
        <p:spPr>
          <a:xfrm>
            <a:off x="766233" y="304801"/>
            <a:ext cx="10668000" cy="12160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7"/>
          <p:cNvSpPr txBox="1"/>
          <p:nvPr>
            <p:ph idx="1" type="body"/>
          </p:nvPr>
        </p:nvSpPr>
        <p:spPr>
          <a:xfrm rot="5400000">
            <a:off x="3956051" y="-1447800"/>
            <a:ext cx="4267200" cy="10668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450"/>
              </a:spcBef>
              <a:spcAft>
                <a:spcPts val="0"/>
              </a:spcAft>
              <a:buSzPts val="1800"/>
              <a:buChar char="▪"/>
              <a:defRPr/>
            </a:lvl5pPr>
            <a:lvl6pPr indent="-342900" lvl="5" marL="2743200" algn="l">
              <a:lnSpc>
                <a:spcPct val="100000"/>
              </a:lnSpc>
              <a:spcBef>
                <a:spcPts val="450"/>
              </a:spcBef>
              <a:spcAft>
                <a:spcPts val="0"/>
              </a:spcAft>
              <a:buSzPts val="1800"/>
              <a:buChar char="▪"/>
              <a:defRPr/>
            </a:lvl6pPr>
            <a:lvl7pPr indent="-342900" lvl="6" marL="3200400" algn="l">
              <a:lnSpc>
                <a:spcPct val="100000"/>
              </a:lnSpc>
              <a:spcBef>
                <a:spcPts val="450"/>
              </a:spcBef>
              <a:spcAft>
                <a:spcPts val="0"/>
              </a:spcAft>
              <a:buSzPts val="1800"/>
              <a:buChar char="▪"/>
              <a:defRPr/>
            </a:lvl7pPr>
            <a:lvl8pPr indent="-342900" lvl="7" marL="3657600" algn="l">
              <a:lnSpc>
                <a:spcPct val="100000"/>
              </a:lnSpc>
              <a:spcBef>
                <a:spcPts val="450"/>
              </a:spcBef>
              <a:spcAft>
                <a:spcPts val="0"/>
              </a:spcAft>
              <a:buSzPts val="1800"/>
              <a:buChar char="▪"/>
              <a:defRPr/>
            </a:lvl8pPr>
            <a:lvl9pPr indent="-342900" lvl="8" marL="4114800" algn="l">
              <a:lnSpc>
                <a:spcPct val="100000"/>
              </a:lnSpc>
              <a:spcBef>
                <a:spcPts val="450"/>
              </a:spcBef>
              <a:spcAft>
                <a:spcPts val="0"/>
              </a:spcAft>
              <a:buSzPts val="1800"/>
              <a:buChar char="▪"/>
              <a:defRPr/>
            </a:lvl9pPr>
          </a:lstStyle>
          <a:p/>
        </p:txBody>
      </p:sp>
      <p:sp>
        <p:nvSpPr>
          <p:cNvPr id="78" name="Google Shape;78;p17"/>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7"/>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7"/>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18"/>
          <p:cNvSpPr txBox="1"/>
          <p:nvPr>
            <p:ph type="title"/>
          </p:nvPr>
        </p:nvSpPr>
        <p:spPr>
          <a:xfrm rot="5400000">
            <a:off x="7242176" y="1827742"/>
            <a:ext cx="5715000" cy="266911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8"/>
          <p:cNvSpPr txBox="1"/>
          <p:nvPr>
            <p:ph idx="1" type="body"/>
          </p:nvPr>
        </p:nvSpPr>
        <p:spPr>
          <a:xfrm rot="5400000">
            <a:off x="1801284" y="-740833"/>
            <a:ext cx="5715000" cy="7806267"/>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450"/>
              </a:spcBef>
              <a:spcAft>
                <a:spcPts val="0"/>
              </a:spcAft>
              <a:buSzPts val="1800"/>
              <a:buChar char="▪"/>
              <a:defRPr/>
            </a:lvl5pPr>
            <a:lvl6pPr indent="-342900" lvl="5" marL="2743200" algn="l">
              <a:lnSpc>
                <a:spcPct val="100000"/>
              </a:lnSpc>
              <a:spcBef>
                <a:spcPts val="450"/>
              </a:spcBef>
              <a:spcAft>
                <a:spcPts val="0"/>
              </a:spcAft>
              <a:buSzPts val="1800"/>
              <a:buChar char="▪"/>
              <a:defRPr/>
            </a:lvl6pPr>
            <a:lvl7pPr indent="-342900" lvl="6" marL="3200400" algn="l">
              <a:lnSpc>
                <a:spcPct val="100000"/>
              </a:lnSpc>
              <a:spcBef>
                <a:spcPts val="450"/>
              </a:spcBef>
              <a:spcAft>
                <a:spcPts val="0"/>
              </a:spcAft>
              <a:buSzPts val="1800"/>
              <a:buChar char="▪"/>
              <a:defRPr/>
            </a:lvl7pPr>
            <a:lvl8pPr indent="-342900" lvl="7" marL="3657600" algn="l">
              <a:lnSpc>
                <a:spcPct val="100000"/>
              </a:lnSpc>
              <a:spcBef>
                <a:spcPts val="450"/>
              </a:spcBef>
              <a:spcAft>
                <a:spcPts val="0"/>
              </a:spcAft>
              <a:buSzPts val="1800"/>
              <a:buChar char="▪"/>
              <a:defRPr/>
            </a:lvl8pPr>
            <a:lvl9pPr indent="-342900" lvl="8" marL="4114800" algn="l">
              <a:lnSpc>
                <a:spcPct val="100000"/>
              </a:lnSpc>
              <a:spcBef>
                <a:spcPts val="450"/>
              </a:spcBef>
              <a:spcAft>
                <a:spcPts val="0"/>
              </a:spcAft>
              <a:buSzPts val="1800"/>
              <a:buChar char="▪"/>
              <a:defRPr/>
            </a:lvl9pPr>
          </a:lstStyle>
          <a:p/>
        </p:txBody>
      </p:sp>
      <p:sp>
        <p:nvSpPr>
          <p:cNvPr id="84" name="Google Shape;84;p18"/>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8"/>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8"/>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766233" y="304801"/>
            <a:ext cx="10668000" cy="12160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800" u="none" cap="none" strike="noStrike">
                <a:solidFill>
                  <a:schemeClr val="dk2"/>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800" u="none" cap="none" strike="noStrike">
                <a:solidFill>
                  <a:schemeClr val="dk2"/>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800" u="none" cap="none" strike="noStrike">
                <a:solidFill>
                  <a:schemeClr val="dk2"/>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800" u="none" cap="none" strike="noStrike">
                <a:solidFill>
                  <a:schemeClr val="dk2"/>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800" u="none" cap="none" strike="noStrike">
                <a:solidFill>
                  <a:schemeClr val="dk2"/>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800" u="none" cap="none" strike="noStrike">
                <a:solidFill>
                  <a:schemeClr val="dk2"/>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800" u="none" cap="none" strike="noStrike">
                <a:solidFill>
                  <a:schemeClr val="dk2"/>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800" u="none" cap="none" strike="noStrike">
                <a:solidFill>
                  <a:schemeClr val="dk2"/>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800" u="none" cap="none" strike="noStrike">
                <a:solidFill>
                  <a:schemeClr val="dk2"/>
                </a:solidFill>
                <a:latin typeface="Verdana"/>
                <a:ea typeface="Verdana"/>
                <a:cs typeface="Verdana"/>
                <a:sym typeface="Verdana"/>
              </a:defRPr>
            </a:lvl9pPr>
          </a:lstStyle>
          <a:p/>
        </p:txBody>
      </p:sp>
      <p:sp>
        <p:nvSpPr>
          <p:cNvPr id="11" name="Google Shape;11;p7"/>
          <p:cNvSpPr txBox="1"/>
          <p:nvPr>
            <p:ph idx="1" type="body"/>
          </p:nvPr>
        </p:nvSpPr>
        <p:spPr>
          <a:xfrm>
            <a:off x="755651" y="1752600"/>
            <a:ext cx="10668000" cy="4267200"/>
          </a:xfrm>
          <a:prstGeom prst="rect">
            <a:avLst/>
          </a:prstGeom>
          <a:noFill/>
          <a:ln>
            <a:noFill/>
          </a:ln>
        </p:spPr>
        <p:txBody>
          <a:bodyPr anchorCtr="0" anchor="t" bIns="45700" lIns="91425" spcFirstLastPara="1" rIns="91425" wrap="square" tIns="45700">
            <a:noAutofit/>
          </a:bodyPr>
          <a:lstStyle>
            <a:lvl1pPr indent="-419100" lvl="0" marL="457200" marR="0" rtl="0" algn="l">
              <a:lnSpc>
                <a:spcPct val="100000"/>
              </a:lnSpc>
              <a:spcBef>
                <a:spcPts val="600"/>
              </a:spcBef>
              <a:spcAft>
                <a:spcPts val="0"/>
              </a:spcAft>
              <a:buClr>
                <a:schemeClr val="accent2"/>
              </a:buClr>
              <a:buSzPts val="3000"/>
              <a:buFont typeface="Noto Sans Symbols"/>
              <a:buChar char="□"/>
              <a:defRPr b="0" i="0" sz="3000" u="none" cap="none" strike="noStrike">
                <a:solidFill>
                  <a:schemeClr val="dk1"/>
                </a:solidFill>
                <a:latin typeface="Verdana"/>
                <a:ea typeface="Verdana"/>
                <a:cs typeface="Verdana"/>
                <a:sym typeface="Verdana"/>
              </a:defRPr>
            </a:lvl1pPr>
            <a:lvl2pPr indent="-393700" lvl="1" marL="914400" marR="0" rtl="0" algn="l">
              <a:lnSpc>
                <a:spcPct val="100000"/>
              </a:lnSpc>
              <a:spcBef>
                <a:spcPts val="520"/>
              </a:spcBef>
              <a:spcAft>
                <a:spcPts val="0"/>
              </a:spcAft>
              <a:buClr>
                <a:schemeClr val="accent2"/>
              </a:buClr>
              <a:buSzPts val="2600"/>
              <a:buFont typeface="Noto Sans Symbols"/>
              <a:buChar char="■"/>
              <a:defRPr b="0" i="0" sz="2600" u="none" cap="none" strike="noStrike">
                <a:solidFill>
                  <a:schemeClr val="dk1"/>
                </a:solidFill>
                <a:latin typeface="Verdana"/>
                <a:ea typeface="Verdana"/>
                <a:cs typeface="Verdana"/>
                <a:sym typeface="Verdana"/>
              </a:defRPr>
            </a:lvl2pPr>
            <a:lvl3pPr indent="-374650" lvl="2" marL="1371600" marR="0" rtl="0" algn="l">
              <a:lnSpc>
                <a:spcPct val="100000"/>
              </a:lnSpc>
              <a:spcBef>
                <a:spcPts val="460"/>
              </a:spcBef>
              <a:spcAft>
                <a:spcPts val="0"/>
              </a:spcAft>
              <a:buClr>
                <a:schemeClr val="accent2"/>
              </a:buClr>
              <a:buSzPts val="2300"/>
              <a:buFont typeface="Noto Sans Symbols"/>
              <a:buChar char="□"/>
              <a:defRPr b="0" i="0" sz="2300" u="none" cap="none" strike="noStrike">
                <a:solidFill>
                  <a:schemeClr val="dk1"/>
                </a:solidFill>
                <a:latin typeface="Verdana"/>
                <a:ea typeface="Verdana"/>
                <a:cs typeface="Verdana"/>
                <a:sym typeface="Verdana"/>
              </a:defRPr>
            </a:lvl3pPr>
            <a:lvl4pPr indent="-355600" lvl="3" marL="18288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Verdana"/>
                <a:ea typeface="Verdana"/>
                <a:cs typeface="Verdana"/>
                <a:sym typeface="Verdana"/>
              </a:defRPr>
            </a:lvl4pPr>
            <a:lvl5pPr indent="-355600" lvl="4" marL="2286000" marR="0" rtl="0" algn="l">
              <a:lnSpc>
                <a:spcPct val="100000"/>
              </a:lnSpc>
              <a:spcBef>
                <a:spcPts val="500"/>
              </a:spcBef>
              <a:spcAft>
                <a:spcPts val="0"/>
              </a:spcAft>
              <a:buClr>
                <a:schemeClr val="accent2"/>
              </a:buClr>
              <a:buSzPts val="2000"/>
              <a:buFont typeface="Noto Sans Symbols"/>
              <a:buChar char="▪"/>
              <a:defRPr b="0" i="0" sz="20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500"/>
              </a:spcBef>
              <a:spcAft>
                <a:spcPts val="0"/>
              </a:spcAft>
              <a:buClr>
                <a:schemeClr val="accent2"/>
              </a:buClr>
              <a:buSzPts val="2000"/>
              <a:buFont typeface="Noto Sans Symbols"/>
              <a:buChar char="▪"/>
              <a:defRPr b="0" i="0" sz="2000" u="none" cap="none" strike="noStrike">
                <a:solidFill>
                  <a:schemeClr val="dk1"/>
                </a:solidFill>
                <a:latin typeface="Verdana"/>
                <a:ea typeface="Verdana"/>
                <a:cs typeface="Verdana"/>
                <a:sym typeface="Verdana"/>
              </a:defRPr>
            </a:lvl6pPr>
            <a:lvl7pPr indent="-355600" lvl="6" marL="3200400" marR="0" rtl="0" algn="l">
              <a:lnSpc>
                <a:spcPct val="100000"/>
              </a:lnSpc>
              <a:spcBef>
                <a:spcPts val="500"/>
              </a:spcBef>
              <a:spcAft>
                <a:spcPts val="0"/>
              </a:spcAft>
              <a:buClr>
                <a:schemeClr val="accent2"/>
              </a:buClr>
              <a:buSzPts val="2000"/>
              <a:buFont typeface="Noto Sans Symbols"/>
              <a:buChar char="▪"/>
              <a:defRPr b="0" i="0" sz="2000" u="none" cap="none" strike="noStrike">
                <a:solidFill>
                  <a:schemeClr val="dk1"/>
                </a:solidFill>
                <a:latin typeface="Verdana"/>
                <a:ea typeface="Verdana"/>
                <a:cs typeface="Verdana"/>
                <a:sym typeface="Verdana"/>
              </a:defRPr>
            </a:lvl7pPr>
            <a:lvl8pPr indent="-355600" lvl="7" marL="3657600" marR="0" rtl="0" algn="l">
              <a:lnSpc>
                <a:spcPct val="100000"/>
              </a:lnSpc>
              <a:spcBef>
                <a:spcPts val="500"/>
              </a:spcBef>
              <a:spcAft>
                <a:spcPts val="0"/>
              </a:spcAft>
              <a:buClr>
                <a:schemeClr val="accent2"/>
              </a:buClr>
              <a:buSzPts val="2000"/>
              <a:buFont typeface="Noto Sans Symbols"/>
              <a:buChar char="▪"/>
              <a:defRPr b="0" i="0" sz="2000" u="none" cap="none" strike="noStrike">
                <a:solidFill>
                  <a:schemeClr val="dk1"/>
                </a:solidFill>
                <a:latin typeface="Verdana"/>
                <a:ea typeface="Verdana"/>
                <a:cs typeface="Verdana"/>
                <a:sym typeface="Verdana"/>
              </a:defRPr>
            </a:lvl8pPr>
            <a:lvl9pPr indent="-355600" lvl="8" marL="4114800" marR="0" rtl="0" algn="l">
              <a:lnSpc>
                <a:spcPct val="100000"/>
              </a:lnSpc>
              <a:spcBef>
                <a:spcPts val="500"/>
              </a:spcBef>
              <a:spcAft>
                <a:spcPts val="0"/>
              </a:spcAft>
              <a:buClr>
                <a:schemeClr val="accent2"/>
              </a:buClr>
              <a:buSzPts val="2000"/>
              <a:buFont typeface="Noto Sans Symbols"/>
              <a:buChar char="▪"/>
              <a:defRPr b="0" i="0" sz="2000" u="none" cap="none" strike="noStrike">
                <a:solidFill>
                  <a:schemeClr val="dk1"/>
                </a:solidFill>
                <a:latin typeface="Verdana"/>
                <a:ea typeface="Verdana"/>
                <a:cs typeface="Verdana"/>
                <a:sym typeface="Verdana"/>
              </a:defRPr>
            </a:lvl9pPr>
          </a:lstStyle>
          <a:p/>
        </p:txBody>
      </p:sp>
      <p:sp>
        <p:nvSpPr>
          <p:cNvPr id="12" name="Google Shape;12;p7"/>
          <p:cNvSpPr/>
          <p:nvPr/>
        </p:nvSpPr>
        <p:spPr>
          <a:xfrm>
            <a:off x="812800" y="1566864"/>
            <a:ext cx="10610851" cy="109537"/>
          </a:xfrm>
          <a:custGeom>
            <a:rect b="b" l="l" r="r" t="t"/>
            <a:pathLst>
              <a:path extrusionOk="0" h="1000" w="1000">
                <a:moveTo>
                  <a:pt x="0" y="0"/>
                </a:moveTo>
                <a:lnTo>
                  <a:pt x="585" y="0"/>
                </a:lnTo>
                <a:lnTo>
                  <a:pt x="585" y="1000"/>
                </a:lnTo>
                <a:lnTo>
                  <a:pt x="0" y="1000"/>
                </a:lnTo>
                <a:lnTo>
                  <a:pt x="0" y="0"/>
                </a:lnTo>
                <a:close/>
              </a:path>
              <a:path extrusionOk="0" h="1000" w="1000">
                <a:moveTo>
                  <a:pt x="0" y="0"/>
                </a:moveTo>
                <a:lnTo>
                  <a:pt x="1000" y="0"/>
                </a:lnTo>
              </a:path>
            </a:pathLst>
          </a:cu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cxnSp>
        <p:nvCxnSpPr>
          <p:cNvPr id="13" name="Google Shape;13;p7"/>
          <p:cNvCxnSpPr/>
          <p:nvPr/>
        </p:nvCxnSpPr>
        <p:spPr>
          <a:xfrm>
            <a:off x="812800" y="6172200"/>
            <a:ext cx="10566400" cy="0"/>
          </a:xfrm>
          <a:prstGeom prst="straightConnector1">
            <a:avLst/>
          </a:prstGeom>
          <a:noFill/>
          <a:ln cap="flat" cmpd="sng" w="9525">
            <a:solidFill>
              <a:schemeClr val="accent2"/>
            </a:solidFill>
            <a:prstDash val="solid"/>
            <a:round/>
            <a:headEnd len="sm" w="sm" type="none"/>
            <a:tailEnd len="sm" w="sm" type="none"/>
          </a:ln>
        </p:spPr>
      </p:cxnSp>
      <p:sp>
        <p:nvSpPr>
          <p:cNvPr id="14" name="Google Shape;14;p7"/>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15" name="Google Shape;15;p7"/>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16" name="Google Shape;16;p7"/>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3" ty="0" sy="100003"/>
        </a:blipFill>
      </p:bgPr>
    </p:bg>
    <p:spTree>
      <p:nvGrpSpPr>
        <p:cNvPr id="90" name="Shape 90"/>
        <p:cNvGrpSpPr/>
        <p:nvPr/>
      </p:nvGrpSpPr>
      <p:grpSpPr>
        <a:xfrm>
          <a:off x="0" y="0"/>
          <a:ext cx="0" cy="0"/>
          <a:chOff x="0" y="0"/>
          <a:chExt cx="0" cy="0"/>
        </a:xfrm>
      </p:grpSpPr>
      <p:sp>
        <p:nvSpPr>
          <p:cNvPr id="91" name="Google Shape;91;p1"/>
          <p:cNvSpPr txBox="1"/>
          <p:nvPr/>
        </p:nvSpPr>
        <p:spPr>
          <a:xfrm>
            <a:off x="789712" y="2530618"/>
            <a:ext cx="105156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4000"/>
              <a:buFont typeface="Verdana"/>
              <a:buNone/>
            </a:pPr>
            <a:r>
              <a:rPr i="0" lang="en-US" sz="4000" u="none" cap="none" strike="noStrike">
                <a:solidFill>
                  <a:schemeClr val="dk1"/>
                </a:solidFill>
                <a:latin typeface="Times New Roman"/>
                <a:ea typeface="Times New Roman"/>
                <a:cs typeface="Times New Roman"/>
                <a:sym typeface="Times New Roman"/>
              </a:rPr>
              <a:t>NeuroDetect: An AI-Powered Dementia Predicting System</a:t>
            </a:r>
            <a:endParaRPr b="1" i="0" sz="4000" u="none" cap="none" strike="noStrike">
              <a:solidFill>
                <a:srgbClr val="7030A0"/>
              </a:solidFill>
              <a:latin typeface="Times New Roman"/>
              <a:ea typeface="Times New Roman"/>
              <a:cs typeface="Times New Roman"/>
              <a:sym typeface="Times New Roman"/>
            </a:endParaRPr>
          </a:p>
        </p:txBody>
      </p:sp>
      <p:sp>
        <p:nvSpPr>
          <p:cNvPr id="92" name="Google Shape;92;p1"/>
          <p:cNvSpPr txBox="1"/>
          <p:nvPr/>
        </p:nvSpPr>
        <p:spPr>
          <a:xfrm>
            <a:off x="962901" y="5183900"/>
            <a:ext cx="374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Noto Sans Symbols"/>
              <a:buNone/>
            </a:pPr>
            <a:r>
              <a:rPr b="1" i="0" lang="en-US" sz="2400" u="none" cap="none" strike="noStrike">
                <a:solidFill>
                  <a:srgbClr val="FF0000"/>
                </a:solidFill>
                <a:latin typeface="Times New Roman"/>
                <a:ea typeface="Times New Roman"/>
                <a:cs typeface="Times New Roman"/>
                <a:sym typeface="Times New Roman"/>
              </a:rPr>
              <a:t> Mrs. R. Savithri</a:t>
            </a:r>
            <a:endParaRPr b="0" i="0" sz="1400" u="none" cap="none" strike="noStrike">
              <a:solidFill>
                <a:srgbClr val="000000"/>
              </a:solidFill>
              <a:latin typeface="Times New Roman"/>
              <a:ea typeface="Times New Roman"/>
              <a:cs typeface="Times New Roman"/>
              <a:sym typeface="Times New Roman"/>
            </a:endParaRPr>
          </a:p>
        </p:txBody>
      </p:sp>
      <p:sp>
        <p:nvSpPr>
          <p:cNvPr id="93" name="Google Shape;93;p1"/>
          <p:cNvSpPr txBox="1"/>
          <p:nvPr/>
        </p:nvSpPr>
        <p:spPr>
          <a:xfrm>
            <a:off x="7457327" y="5183902"/>
            <a:ext cx="4310700" cy="12006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FF0000"/>
              </a:buClr>
              <a:buSzPts val="2400"/>
              <a:buFont typeface="Noto Sans Symbols"/>
              <a:buNone/>
            </a:pPr>
            <a:r>
              <a:rPr b="1" i="0" lang="en-US" sz="2400" u="none" cap="none" strike="noStrike">
                <a:solidFill>
                  <a:srgbClr val="FF0000"/>
                </a:solidFill>
                <a:latin typeface="Times New Roman"/>
                <a:ea typeface="Times New Roman"/>
                <a:cs typeface="Times New Roman"/>
                <a:sym typeface="Times New Roman"/>
              </a:rPr>
              <a:t>TEAM 15</a:t>
            </a:r>
            <a:endParaRPr b="1" i="0" sz="2400" u="none" cap="none" strike="noStrike">
              <a:solidFill>
                <a:srgbClr val="FF0000"/>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FF0000"/>
              </a:buClr>
              <a:buSzPts val="2400"/>
              <a:buFont typeface="Noto Sans Symbols"/>
              <a:buNone/>
            </a:pPr>
            <a:r>
              <a:rPr b="1" i="0" lang="en-US" sz="2400" u="none" cap="none" strike="noStrike">
                <a:solidFill>
                  <a:srgbClr val="FF0000"/>
                </a:solidFill>
                <a:latin typeface="Times New Roman"/>
                <a:ea typeface="Times New Roman"/>
                <a:cs typeface="Times New Roman"/>
                <a:sym typeface="Times New Roman"/>
              </a:rPr>
              <a:t>Geetha G (221801011)</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FF0000"/>
              </a:buClr>
              <a:buSzPts val="2400"/>
              <a:buFont typeface="Noto Sans Symbols"/>
              <a:buNone/>
            </a:pPr>
            <a:r>
              <a:rPr b="1" i="0" lang="en-US" sz="2400" u="none" cap="none" strike="noStrike">
                <a:solidFill>
                  <a:srgbClr val="FF0000"/>
                </a:solidFill>
                <a:latin typeface="Times New Roman"/>
                <a:ea typeface="Times New Roman"/>
                <a:cs typeface="Times New Roman"/>
                <a:sym typeface="Times New Roman"/>
              </a:rPr>
              <a:t>Shanmugashree M (221801049)</a:t>
            </a:r>
            <a:endParaRPr b="0" i="0" sz="1400" u="none" cap="none" strike="noStrike">
              <a:solidFill>
                <a:srgbClr val="000000"/>
              </a:solidFill>
              <a:latin typeface="Arial"/>
              <a:ea typeface="Arial"/>
              <a:cs typeface="Arial"/>
              <a:sym typeface="Arial"/>
            </a:endParaRPr>
          </a:p>
        </p:txBody>
      </p:sp>
      <p:sp>
        <p:nvSpPr>
          <p:cNvPr id="94" name="Google Shape;94;p1"/>
          <p:cNvSpPr txBox="1"/>
          <p:nvPr/>
        </p:nvSpPr>
        <p:spPr>
          <a:xfrm>
            <a:off x="789691" y="1437712"/>
            <a:ext cx="10515600" cy="722400"/>
          </a:xfrm>
          <a:prstGeom prst="rect">
            <a:avLst/>
          </a:prstGeom>
          <a:noFill/>
          <a:ln>
            <a:noFill/>
          </a:ln>
        </p:spPr>
        <p:txBody>
          <a:bodyPr anchorCtr="0" anchor="ctr" bIns="45700" lIns="91425" spcFirstLastPara="1" rIns="91425" wrap="square" tIns="45700">
            <a:normAutofit fontScale="92500"/>
          </a:bodyPr>
          <a:lstStyle/>
          <a:p>
            <a:pPr indent="0" lvl="0" marL="0" marR="0" rtl="0" algn="ctr">
              <a:lnSpc>
                <a:spcPct val="90000"/>
              </a:lnSpc>
              <a:spcBef>
                <a:spcPts val="0"/>
              </a:spcBef>
              <a:spcAft>
                <a:spcPts val="0"/>
              </a:spcAft>
              <a:buClr>
                <a:srgbClr val="002060"/>
              </a:buClr>
              <a:buSzPct val="100000"/>
              <a:buFont typeface="Verdana"/>
              <a:buNone/>
            </a:pPr>
            <a:r>
              <a:rPr b="1" i="0" lang="en-US" sz="2800" u="none" cap="none" strike="noStrike">
                <a:solidFill>
                  <a:srgbClr val="002060"/>
                </a:solidFill>
                <a:latin typeface="Verdana"/>
                <a:ea typeface="Verdana"/>
                <a:cs typeface="Verdana"/>
                <a:sym typeface="Verdana"/>
              </a:rPr>
              <a:t>Department of Artificial Intelligence and Data Science </a:t>
            </a:r>
            <a:endParaRPr b="0" i="0" sz="1400" u="none" cap="none" strike="noStrike">
              <a:solidFill>
                <a:srgbClr val="000000"/>
              </a:solidFill>
              <a:latin typeface="Arial"/>
              <a:ea typeface="Arial"/>
              <a:cs typeface="Arial"/>
              <a:sym typeface="Arial"/>
            </a:endParaRPr>
          </a:p>
        </p:txBody>
      </p:sp>
      <p:pic>
        <p:nvPicPr>
          <p:cNvPr id="95" name="Google Shape;95;p1" title="image.png"/>
          <p:cNvPicPr preferRelativeResize="0"/>
          <p:nvPr/>
        </p:nvPicPr>
        <p:blipFill>
          <a:blip r:embed="rId4">
            <a:alphaModFix/>
          </a:blip>
          <a:stretch>
            <a:fillRect/>
          </a:stretch>
        </p:blipFill>
        <p:spPr>
          <a:xfrm>
            <a:off x="293275" y="149525"/>
            <a:ext cx="2665950" cy="1053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99" name="Shape 99"/>
        <p:cNvGrpSpPr/>
        <p:nvPr/>
      </p:nvGrpSpPr>
      <p:grpSpPr>
        <a:xfrm>
          <a:off x="0" y="0"/>
          <a:ext cx="0" cy="0"/>
          <a:chOff x="0" y="0"/>
          <a:chExt cx="0" cy="0"/>
        </a:xfrm>
      </p:grpSpPr>
      <p:sp>
        <p:nvSpPr>
          <p:cNvPr id="100" name="Google Shape;100;p2"/>
          <p:cNvSpPr txBox="1"/>
          <p:nvPr>
            <p:ph type="title"/>
          </p:nvPr>
        </p:nvSpPr>
        <p:spPr>
          <a:xfrm>
            <a:off x="766233" y="304801"/>
            <a:ext cx="10668000" cy="121602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b="1" lang="en-US" sz="3200">
                <a:solidFill>
                  <a:srgbClr val="FF0000"/>
                </a:solidFill>
              </a:rPr>
              <a:t>Problem Statement and Motivation</a:t>
            </a:r>
            <a:endParaRPr sz="2800"/>
          </a:p>
        </p:txBody>
      </p:sp>
      <p:sp>
        <p:nvSpPr>
          <p:cNvPr id="101" name="Google Shape;101;p2"/>
          <p:cNvSpPr txBox="1"/>
          <p:nvPr>
            <p:ph idx="1" type="body"/>
          </p:nvPr>
        </p:nvSpPr>
        <p:spPr>
          <a:xfrm>
            <a:off x="755651" y="1752600"/>
            <a:ext cx="10668000" cy="4267200"/>
          </a:xfrm>
          <a:prstGeom prst="rect">
            <a:avLst/>
          </a:prstGeom>
          <a:noFill/>
          <a:ln>
            <a:noFill/>
          </a:ln>
        </p:spPr>
        <p:txBody>
          <a:bodyPr anchorCtr="0" anchor="t" bIns="45700" lIns="91425" spcFirstLastPara="1" rIns="91425" wrap="square" tIns="45700">
            <a:noAutofit/>
          </a:bodyPr>
          <a:lstStyle/>
          <a:p>
            <a:pPr indent="457200" lvl="0" marL="0" rtl="0" algn="just">
              <a:lnSpc>
                <a:spcPct val="100000"/>
              </a:lnSpc>
              <a:spcBef>
                <a:spcPts val="1200"/>
              </a:spcBef>
              <a:spcAft>
                <a:spcPts val="0"/>
              </a:spcAft>
              <a:buSzPts val="2400"/>
              <a:buNone/>
            </a:pPr>
            <a:r>
              <a:rPr lang="en-US" sz="2400">
                <a:latin typeface="Times New Roman"/>
                <a:ea typeface="Times New Roman"/>
                <a:cs typeface="Times New Roman"/>
                <a:sym typeface="Times New Roman"/>
              </a:rPr>
              <a:t>Dementia often goes undiagnosed in its early stages due to subtle cognitive decline, leading to delayed treatment and poorer outcomes. Existing screening tools are costly, device-dependent, or limited in scope and language support, which restricts their accessibility and effectiveness. </a:t>
            </a:r>
            <a:endParaRPr sz="2400">
              <a:latin typeface="Times New Roman"/>
              <a:ea typeface="Times New Roman"/>
              <a:cs typeface="Times New Roman"/>
              <a:sym typeface="Times New Roman"/>
            </a:endParaRPr>
          </a:p>
          <a:p>
            <a:pPr indent="457200" lvl="0" marL="0" rtl="0" algn="just">
              <a:lnSpc>
                <a:spcPct val="100000"/>
              </a:lnSpc>
              <a:spcBef>
                <a:spcPts val="1200"/>
              </a:spcBef>
              <a:spcAft>
                <a:spcPts val="0"/>
              </a:spcAft>
              <a:buSzPts val="2400"/>
              <a:buNone/>
            </a:pPr>
            <a:r>
              <a:rPr lang="en-US" sz="2400">
                <a:latin typeface="Times New Roman"/>
                <a:ea typeface="Times New Roman"/>
                <a:cs typeface="Times New Roman"/>
                <a:sym typeface="Times New Roman"/>
              </a:rPr>
              <a:t>To address this gap, there is a need for a low-cost, multilingual AI-based system that can analyze speech, cognition, and behavioural patterns to detect early signs of dementia. Such a solution should enable continuous monitoring, generate explainable risk scores, and support timely clinical referral. By integrating these features, the tool can provide a holistic, inclusive, and accessible approach to dementia detection, ultimately improving early diagnosis, medical intervention, and quality of care for patients.</a:t>
            </a:r>
            <a:endParaRPr sz="2400">
              <a:latin typeface="Times New Roman"/>
              <a:ea typeface="Times New Roman"/>
              <a:cs typeface="Times New Roman"/>
              <a:sym typeface="Times New Roman"/>
            </a:endParaRPr>
          </a:p>
        </p:txBody>
      </p:sp>
      <p:sp>
        <p:nvSpPr>
          <p:cNvPr id="102" name="Google Shape;102;p2"/>
          <p:cNvSpPr txBox="1"/>
          <p:nvPr>
            <p:ph idx="10" type="dt"/>
          </p:nvPr>
        </p:nvSpPr>
        <p:spPr>
          <a:xfrm>
            <a:off x="812800" y="6245225"/>
            <a:ext cx="2641600" cy="4762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End Sem</a:t>
            </a:r>
            <a:endParaRPr/>
          </a:p>
        </p:txBody>
      </p:sp>
      <p:sp>
        <p:nvSpPr>
          <p:cNvPr id="103" name="Google Shape;103;p2"/>
          <p:cNvSpPr txBox="1"/>
          <p:nvPr>
            <p:ph idx="11" type="ftr"/>
          </p:nvPr>
        </p:nvSpPr>
        <p:spPr>
          <a:xfrm>
            <a:off x="3504675" y="6245225"/>
            <a:ext cx="4521900" cy="476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a:t>
            </a:r>
            <a:r>
              <a:rPr lang="en-US">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400"/>
              <a:buNone/>
            </a:pPr>
            <a:r>
              <a:t/>
            </a:r>
            <a:endParaRPr/>
          </a:p>
        </p:txBody>
      </p:sp>
      <p:sp>
        <p:nvSpPr>
          <p:cNvPr id="104" name="Google Shape;104;p2"/>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4">
            <a:alphaModFix/>
          </a:blip>
          <a:tile algn="tl" flip="none" tx="0" sx="100000" ty="0" sy="100000"/>
        </a:blipFill>
      </p:bgPr>
    </p:bg>
    <p:spTree>
      <p:nvGrpSpPr>
        <p:cNvPr id="108" name="Shape 108"/>
        <p:cNvGrpSpPr/>
        <p:nvPr/>
      </p:nvGrpSpPr>
      <p:grpSpPr>
        <a:xfrm>
          <a:off x="0" y="0"/>
          <a:ext cx="0" cy="0"/>
          <a:chOff x="0" y="0"/>
          <a:chExt cx="0" cy="0"/>
        </a:xfrm>
      </p:grpSpPr>
      <p:sp>
        <p:nvSpPr>
          <p:cNvPr id="109" name="Google Shape;109;p3"/>
          <p:cNvSpPr txBox="1"/>
          <p:nvPr>
            <p:ph type="title"/>
          </p:nvPr>
        </p:nvSpPr>
        <p:spPr>
          <a:xfrm>
            <a:off x="766233" y="304801"/>
            <a:ext cx="10668000" cy="121602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b="1" lang="en-US" sz="3200">
                <a:solidFill>
                  <a:srgbClr val="FF0000"/>
                </a:solidFill>
              </a:rPr>
              <a:t>Existing System</a:t>
            </a:r>
            <a:endParaRPr sz="2800"/>
          </a:p>
        </p:txBody>
      </p:sp>
      <p:sp>
        <p:nvSpPr>
          <p:cNvPr id="110" name="Google Shape;110;p3"/>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1" name="Google Shape;111;p3"/>
          <p:cNvSpPr txBox="1"/>
          <p:nvPr>
            <p:ph idx="1" type="body"/>
          </p:nvPr>
        </p:nvSpPr>
        <p:spPr>
          <a:xfrm>
            <a:off x="812800" y="1780200"/>
            <a:ext cx="10668000" cy="4333800"/>
          </a:xfrm>
          <a:prstGeom prst="rect">
            <a:avLst/>
          </a:prstGeom>
          <a:noFill/>
          <a:ln>
            <a:noFill/>
          </a:ln>
        </p:spPr>
        <p:txBody>
          <a:bodyPr anchorCtr="0" anchor="t" bIns="45700" lIns="91425" spcFirstLastPara="1" rIns="91425" wrap="square" tIns="45700">
            <a:noAutofit/>
          </a:bodyPr>
          <a:lstStyle/>
          <a:p>
            <a:pPr indent="-381000" lvl="0" marL="457200" rtl="0" algn="just">
              <a:spcBef>
                <a:spcPts val="0"/>
              </a:spcBef>
              <a:spcAft>
                <a:spcPts val="0"/>
              </a:spcAft>
              <a:buSzPts val="2400"/>
              <a:buFont typeface="Times New Roman"/>
              <a:buAutoNum type="arabicPeriod"/>
            </a:pPr>
            <a:r>
              <a:rPr lang="en-US" sz="2400">
                <a:latin typeface="Times New Roman"/>
                <a:ea typeface="Times New Roman"/>
                <a:cs typeface="Times New Roman"/>
                <a:sym typeface="Times New Roman"/>
              </a:rPr>
              <a:t>Dementia is mostly checked using tests like </a:t>
            </a:r>
            <a:r>
              <a:rPr b="1" lang="en-US" sz="2400">
                <a:latin typeface="Times New Roman"/>
                <a:ea typeface="Times New Roman"/>
                <a:cs typeface="Times New Roman"/>
                <a:sym typeface="Times New Roman"/>
              </a:rPr>
              <a:t>MMSE</a:t>
            </a:r>
            <a:r>
              <a:rPr lang="en-US" sz="2400">
                <a:latin typeface="Times New Roman"/>
                <a:ea typeface="Times New Roman"/>
                <a:cs typeface="Times New Roman"/>
                <a:sym typeface="Times New Roman"/>
              </a:rPr>
              <a:t> and </a:t>
            </a:r>
            <a:r>
              <a:rPr b="1" lang="en-US" sz="2400">
                <a:latin typeface="Times New Roman"/>
                <a:ea typeface="Times New Roman"/>
                <a:cs typeface="Times New Roman"/>
                <a:sym typeface="Times New Roman"/>
              </a:rPr>
              <a:t>MoCA</a:t>
            </a:r>
            <a:r>
              <a:rPr lang="en-US" sz="2400">
                <a:latin typeface="Times New Roman"/>
                <a:ea typeface="Times New Roman"/>
                <a:cs typeface="Times New Roman"/>
                <a:sym typeface="Times New Roman"/>
              </a:rPr>
              <a:t>, which must be done by doctors and cannot be done alone by users.</a:t>
            </a:r>
            <a:endParaRPr sz="2400">
              <a:latin typeface="Times New Roman"/>
              <a:ea typeface="Times New Roman"/>
              <a:cs typeface="Times New Roman"/>
              <a:sym typeface="Times New Roman"/>
            </a:endParaRPr>
          </a:p>
          <a:p>
            <a:pPr indent="-381000" lvl="0" marL="457200" rtl="0" algn="just">
              <a:spcBef>
                <a:spcPts val="1000"/>
              </a:spcBef>
              <a:spcAft>
                <a:spcPts val="0"/>
              </a:spcAft>
              <a:buSzPts val="2400"/>
              <a:buFont typeface="Times New Roman"/>
              <a:buAutoNum type="arabicPeriod"/>
            </a:pPr>
            <a:r>
              <a:rPr lang="en-US" sz="2400">
                <a:latin typeface="Times New Roman"/>
                <a:ea typeface="Times New Roman"/>
                <a:cs typeface="Times New Roman"/>
                <a:sym typeface="Times New Roman"/>
              </a:rPr>
              <a:t>Many diagnoses depend on </a:t>
            </a:r>
            <a:r>
              <a:rPr b="1" lang="en-US" sz="2400">
                <a:latin typeface="Times New Roman"/>
                <a:ea typeface="Times New Roman"/>
                <a:cs typeface="Times New Roman"/>
                <a:sym typeface="Times New Roman"/>
              </a:rPr>
              <a:t>brain scans</a:t>
            </a:r>
            <a:r>
              <a:rPr lang="en-US" sz="2400">
                <a:latin typeface="Times New Roman"/>
                <a:ea typeface="Times New Roman"/>
                <a:cs typeface="Times New Roman"/>
                <a:sym typeface="Times New Roman"/>
              </a:rPr>
              <a:t> such as MRI or CT, which are expensive and not suitable for regular screening.</a:t>
            </a:r>
            <a:endParaRPr sz="2400">
              <a:latin typeface="Times New Roman"/>
              <a:ea typeface="Times New Roman"/>
              <a:cs typeface="Times New Roman"/>
              <a:sym typeface="Times New Roman"/>
            </a:endParaRPr>
          </a:p>
          <a:p>
            <a:pPr indent="-381000" lvl="0" marL="457200" rtl="0" algn="just">
              <a:spcBef>
                <a:spcPts val="1000"/>
              </a:spcBef>
              <a:spcAft>
                <a:spcPts val="0"/>
              </a:spcAft>
              <a:buSzPts val="2400"/>
              <a:buFont typeface="Times New Roman"/>
              <a:buAutoNum type="arabicPeriod"/>
            </a:pPr>
            <a:r>
              <a:rPr lang="en-US" sz="2400">
                <a:latin typeface="Times New Roman"/>
                <a:ea typeface="Times New Roman"/>
                <a:cs typeface="Times New Roman"/>
                <a:sym typeface="Times New Roman"/>
              </a:rPr>
              <a:t>Early symptoms are often missed because doctors rely on </a:t>
            </a:r>
            <a:r>
              <a:rPr b="1" lang="en-US" sz="2400">
                <a:latin typeface="Times New Roman"/>
                <a:ea typeface="Times New Roman"/>
                <a:cs typeface="Times New Roman"/>
                <a:sym typeface="Times New Roman"/>
              </a:rPr>
              <a:t>patients or family members to report changes</a:t>
            </a:r>
            <a:r>
              <a:rPr lang="en-US" sz="2400">
                <a:latin typeface="Times New Roman"/>
                <a:ea typeface="Times New Roman"/>
                <a:cs typeface="Times New Roman"/>
                <a:sym typeface="Times New Roman"/>
              </a:rPr>
              <a:t>, which may not always be accurate.</a:t>
            </a:r>
            <a:endParaRPr sz="2400">
              <a:latin typeface="Times New Roman"/>
              <a:ea typeface="Times New Roman"/>
              <a:cs typeface="Times New Roman"/>
              <a:sym typeface="Times New Roman"/>
            </a:endParaRPr>
          </a:p>
          <a:p>
            <a:pPr indent="-381000" lvl="0" marL="457200" rtl="0" algn="just">
              <a:spcBef>
                <a:spcPts val="1000"/>
              </a:spcBef>
              <a:spcAft>
                <a:spcPts val="0"/>
              </a:spcAft>
              <a:buSzPts val="2400"/>
              <a:buFont typeface="Times New Roman"/>
              <a:buAutoNum type="arabicPeriod"/>
            </a:pPr>
            <a:r>
              <a:rPr lang="en-US" sz="2400">
                <a:latin typeface="Times New Roman"/>
                <a:ea typeface="Times New Roman"/>
                <a:cs typeface="Times New Roman"/>
                <a:sym typeface="Times New Roman"/>
              </a:rPr>
              <a:t>Existing systems usually study </a:t>
            </a:r>
            <a:r>
              <a:rPr b="1" lang="en-US" sz="2400">
                <a:latin typeface="Times New Roman"/>
                <a:ea typeface="Times New Roman"/>
                <a:cs typeface="Times New Roman"/>
                <a:sym typeface="Times New Roman"/>
              </a:rPr>
              <a:t>only one type of data</a:t>
            </a:r>
            <a:r>
              <a:rPr lang="en-US" sz="2400">
                <a:latin typeface="Times New Roman"/>
                <a:ea typeface="Times New Roman"/>
                <a:cs typeface="Times New Roman"/>
                <a:sym typeface="Times New Roman"/>
              </a:rPr>
              <a:t> (like memory tests or scans), so early speech or language changes are not detected.</a:t>
            </a:r>
            <a:endParaRPr sz="2400">
              <a:latin typeface="Times New Roman"/>
              <a:ea typeface="Times New Roman"/>
              <a:cs typeface="Times New Roman"/>
              <a:sym typeface="Times New Roman"/>
            </a:endParaRPr>
          </a:p>
          <a:p>
            <a:pPr indent="-381000" lvl="0" marL="457200" rtl="0" algn="just">
              <a:spcBef>
                <a:spcPts val="1000"/>
              </a:spcBef>
              <a:spcAft>
                <a:spcPts val="0"/>
              </a:spcAft>
              <a:buSzPts val="2400"/>
              <a:buFont typeface="Times New Roman"/>
              <a:buAutoNum type="arabicPeriod"/>
            </a:pPr>
            <a:r>
              <a:rPr lang="en-US" sz="2400">
                <a:latin typeface="Times New Roman"/>
                <a:ea typeface="Times New Roman"/>
                <a:cs typeface="Times New Roman"/>
                <a:sym typeface="Times New Roman"/>
              </a:rPr>
              <a:t>Most screening methods require </a:t>
            </a:r>
            <a:r>
              <a:rPr b="1" lang="en-US" sz="2400">
                <a:latin typeface="Times New Roman"/>
                <a:ea typeface="Times New Roman"/>
                <a:cs typeface="Times New Roman"/>
                <a:sym typeface="Times New Roman"/>
              </a:rPr>
              <a:t>visiting hospitals or clinics</a:t>
            </a:r>
            <a:r>
              <a:rPr lang="en-US" sz="2400">
                <a:latin typeface="Times New Roman"/>
                <a:ea typeface="Times New Roman"/>
                <a:cs typeface="Times New Roman"/>
                <a:sym typeface="Times New Roman"/>
              </a:rPr>
              <a:t>, making early detection difficult for people in rural or remote areas.</a:t>
            </a:r>
            <a:endParaRPr b="1" sz="2400">
              <a:solidFill>
                <a:srgbClr val="000000"/>
              </a:solidFill>
              <a:latin typeface="Times New Roman"/>
              <a:ea typeface="Times New Roman"/>
              <a:cs typeface="Times New Roman"/>
              <a:sym typeface="Times New Roman"/>
            </a:endParaRPr>
          </a:p>
        </p:txBody>
      </p:sp>
      <p:sp>
        <p:nvSpPr>
          <p:cNvPr id="112" name="Google Shape;112;p3"/>
          <p:cNvSpPr txBox="1"/>
          <p:nvPr>
            <p:ph idx="10" type="dt"/>
          </p:nvPr>
        </p:nvSpPr>
        <p:spPr>
          <a:xfrm>
            <a:off x="812800" y="6245225"/>
            <a:ext cx="3254400" cy="47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End Sem</a:t>
            </a:r>
            <a:endParaRPr/>
          </a:p>
        </p:txBody>
      </p:sp>
      <p:sp>
        <p:nvSpPr>
          <p:cNvPr id="113" name="Google Shape;113;p3"/>
          <p:cNvSpPr txBox="1"/>
          <p:nvPr>
            <p:ph idx="11" type="ftr"/>
          </p:nvPr>
        </p:nvSpPr>
        <p:spPr>
          <a:xfrm>
            <a:off x="3670126" y="6245225"/>
            <a:ext cx="6030600" cy="476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a:t>
            </a:r>
            <a:r>
              <a:rPr lang="en-US">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17" name="Shape 117"/>
        <p:cNvGrpSpPr/>
        <p:nvPr/>
      </p:nvGrpSpPr>
      <p:grpSpPr>
        <a:xfrm>
          <a:off x="0" y="0"/>
          <a:ext cx="0" cy="0"/>
          <a:chOff x="0" y="0"/>
          <a:chExt cx="0" cy="0"/>
        </a:xfrm>
      </p:grpSpPr>
      <p:sp>
        <p:nvSpPr>
          <p:cNvPr id="118" name="Google Shape;118;p4"/>
          <p:cNvSpPr txBox="1"/>
          <p:nvPr>
            <p:ph type="title"/>
          </p:nvPr>
        </p:nvSpPr>
        <p:spPr>
          <a:xfrm>
            <a:off x="766233" y="304801"/>
            <a:ext cx="10668000" cy="121602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b="1" lang="en-US" sz="3200">
                <a:solidFill>
                  <a:srgbClr val="FF0000"/>
                </a:solidFill>
              </a:rPr>
              <a:t>Objectives</a:t>
            </a:r>
            <a:endParaRPr sz="2800"/>
          </a:p>
        </p:txBody>
      </p:sp>
      <p:sp>
        <p:nvSpPr>
          <p:cNvPr id="119" name="Google Shape;119;p4"/>
          <p:cNvSpPr txBox="1"/>
          <p:nvPr>
            <p:ph idx="1" type="body"/>
          </p:nvPr>
        </p:nvSpPr>
        <p:spPr>
          <a:xfrm>
            <a:off x="766225" y="2031100"/>
            <a:ext cx="10668000" cy="3233400"/>
          </a:xfrm>
          <a:prstGeom prst="rect">
            <a:avLst/>
          </a:prstGeom>
          <a:noFill/>
          <a:ln>
            <a:noFill/>
          </a:ln>
        </p:spPr>
        <p:txBody>
          <a:bodyPr anchorCtr="0" anchor="t" bIns="45700" lIns="91425" spcFirstLastPara="1" rIns="91425" wrap="square" tIns="45700">
            <a:noAutofit/>
          </a:bodyPr>
          <a:lstStyle/>
          <a:p>
            <a:pPr indent="457200" lvl="0" marL="0" rtl="0" algn="l">
              <a:lnSpc>
                <a:spcPct val="115000"/>
              </a:lnSpc>
              <a:spcBef>
                <a:spcPts val="1200"/>
              </a:spcBef>
              <a:spcAft>
                <a:spcPts val="1200"/>
              </a:spcAft>
              <a:buSzPts val="1100"/>
              <a:buNone/>
            </a:pPr>
            <a:r>
              <a:rPr lang="en-US" sz="2400">
                <a:latin typeface="Times New Roman"/>
                <a:ea typeface="Times New Roman"/>
                <a:cs typeface="Times New Roman"/>
                <a:sym typeface="Times New Roman"/>
              </a:rPr>
              <a:t>The objective of this project is to design and develop a low-cost, accessible, and multilingual AI-based screening tool that can analyze speech, cognitive tasks, and behavioural patterns to detect early signs of dementia. The system aims to establish individual baselines, continuously monitor deviations, generate explainable risk scores, and provide timely clinical referrals. By integrating multimodal assessments with secure data handling and vernacular support, the project seeks to improve early detection, accessibility, and quality of dementia care.</a:t>
            </a:r>
            <a:endParaRPr sz="2400">
              <a:latin typeface="Times New Roman"/>
              <a:ea typeface="Times New Roman"/>
              <a:cs typeface="Times New Roman"/>
              <a:sym typeface="Times New Roman"/>
            </a:endParaRPr>
          </a:p>
        </p:txBody>
      </p:sp>
      <p:sp>
        <p:nvSpPr>
          <p:cNvPr id="120" name="Google Shape;120;p4"/>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1" name="Google Shape;121;p4"/>
          <p:cNvSpPr txBox="1"/>
          <p:nvPr>
            <p:ph idx="10" type="dt"/>
          </p:nvPr>
        </p:nvSpPr>
        <p:spPr>
          <a:xfrm>
            <a:off x="812800" y="6245225"/>
            <a:ext cx="3254400" cy="47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End Sem</a:t>
            </a:r>
            <a:endParaRPr/>
          </a:p>
        </p:txBody>
      </p:sp>
      <p:sp>
        <p:nvSpPr>
          <p:cNvPr id="122" name="Google Shape;122;p4"/>
          <p:cNvSpPr txBox="1"/>
          <p:nvPr>
            <p:ph idx="11" type="ftr"/>
          </p:nvPr>
        </p:nvSpPr>
        <p:spPr>
          <a:xfrm>
            <a:off x="3670126" y="6245225"/>
            <a:ext cx="6030600" cy="476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a:t>
            </a:r>
            <a:r>
              <a:rPr lang="en-US">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26" name="Shape 126"/>
        <p:cNvGrpSpPr/>
        <p:nvPr/>
      </p:nvGrpSpPr>
      <p:grpSpPr>
        <a:xfrm>
          <a:off x="0" y="0"/>
          <a:ext cx="0" cy="0"/>
          <a:chOff x="0" y="0"/>
          <a:chExt cx="0" cy="0"/>
        </a:xfrm>
      </p:grpSpPr>
      <p:sp>
        <p:nvSpPr>
          <p:cNvPr id="127" name="Google Shape;127;p5"/>
          <p:cNvSpPr txBox="1"/>
          <p:nvPr>
            <p:ph type="title"/>
          </p:nvPr>
        </p:nvSpPr>
        <p:spPr>
          <a:xfrm>
            <a:off x="766233" y="304801"/>
            <a:ext cx="10668000" cy="121602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b="1" lang="en-US" sz="3200">
                <a:solidFill>
                  <a:srgbClr val="FF0000"/>
                </a:solidFill>
              </a:rPr>
              <a:t>Abstract</a:t>
            </a:r>
            <a:endParaRPr sz="2800"/>
          </a:p>
        </p:txBody>
      </p:sp>
      <p:sp>
        <p:nvSpPr>
          <p:cNvPr id="128" name="Google Shape;128;p5"/>
          <p:cNvSpPr txBox="1"/>
          <p:nvPr>
            <p:ph idx="1" type="body"/>
          </p:nvPr>
        </p:nvSpPr>
        <p:spPr>
          <a:xfrm>
            <a:off x="755651" y="1752600"/>
            <a:ext cx="10668000" cy="4267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Dementia is a progressive neurodegenerative disorder that often remains undiagnosed in its early stages due to subtle cognitive decline, leading to delayed interventions and poor outcomes. Existing screening systems are costly, device-dependent, or lack language inclusivity, limiting their reach. This project proposes a low-cost, multilingual AI-based tool that analyzes speech, cognitive tasks, and behavioural patterns to detect early dementia. The system establishes individual baselines, supports continuous monitoring, and generates explainable risk scores for timely clinical referral. By integrating multimodal assessments with secure data management and vernacular support, the solution aims to improve early diagnosis, accessibility, and quality of dementia care.</a:t>
            </a:r>
            <a:endParaRPr sz="2400">
              <a:latin typeface="Times New Roman"/>
              <a:ea typeface="Times New Roman"/>
              <a:cs typeface="Times New Roman"/>
              <a:sym typeface="Times New Roman"/>
            </a:endParaRPr>
          </a:p>
          <a:p>
            <a:pPr indent="0" lvl="0" marL="0" rtl="0" algn="just">
              <a:lnSpc>
                <a:spcPct val="100000"/>
              </a:lnSpc>
              <a:spcBef>
                <a:spcPts val="1200"/>
              </a:spcBef>
              <a:spcAft>
                <a:spcPts val="0"/>
              </a:spcAft>
              <a:buSzPts val="2400"/>
              <a:buNone/>
            </a:pPr>
            <a:r>
              <a:t/>
            </a:r>
            <a:endParaRPr sz="2400">
              <a:latin typeface="Times New Roman"/>
              <a:ea typeface="Times New Roman"/>
              <a:cs typeface="Times New Roman"/>
              <a:sym typeface="Times New Roman"/>
            </a:endParaRPr>
          </a:p>
        </p:txBody>
      </p:sp>
      <p:sp>
        <p:nvSpPr>
          <p:cNvPr id="129" name="Google Shape;129;p5"/>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0" name="Google Shape;130;p5"/>
          <p:cNvSpPr txBox="1"/>
          <p:nvPr>
            <p:ph idx="10" type="dt"/>
          </p:nvPr>
        </p:nvSpPr>
        <p:spPr>
          <a:xfrm>
            <a:off x="812800" y="6245225"/>
            <a:ext cx="3254400" cy="47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End Sem</a:t>
            </a:r>
            <a:endParaRPr/>
          </a:p>
        </p:txBody>
      </p:sp>
      <p:sp>
        <p:nvSpPr>
          <p:cNvPr id="131" name="Google Shape;131;p5"/>
          <p:cNvSpPr txBox="1"/>
          <p:nvPr>
            <p:ph idx="11" type="ftr"/>
          </p:nvPr>
        </p:nvSpPr>
        <p:spPr>
          <a:xfrm>
            <a:off x="3670125" y="6245225"/>
            <a:ext cx="5738100" cy="476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a:t>
            </a:r>
            <a:r>
              <a:rPr lang="en-US">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3" ty="0" sy="100003"/>
        </a:blipFill>
      </p:bgPr>
    </p:bg>
    <p:spTree>
      <p:nvGrpSpPr>
        <p:cNvPr id="135" name="Shape 135"/>
        <p:cNvGrpSpPr/>
        <p:nvPr/>
      </p:nvGrpSpPr>
      <p:grpSpPr>
        <a:xfrm>
          <a:off x="0" y="0"/>
          <a:ext cx="0" cy="0"/>
          <a:chOff x="0" y="0"/>
          <a:chExt cx="0" cy="0"/>
        </a:xfrm>
      </p:grpSpPr>
      <p:sp>
        <p:nvSpPr>
          <p:cNvPr id="136" name="Google Shape;136;g3851780c8c4_0_45"/>
          <p:cNvSpPr txBox="1"/>
          <p:nvPr>
            <p:ph type="title"/>
          </p:nvPr>
        </p:nvSpPr>
        <p:spPr>
          <a:xfrm>
            <a:off x="766233" y="304801"/>
            <a:ext cx="10668000" cy="1215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b="1" lang="en-US" sz="3200">
                <a:solidFill>
                  <a:srgbClr val="FF0000"/>
                </a:solidFill>
              </a:rPr>
              <a:t>Architecture</a:t>
            </a:r>
            <a:r>
              <a:rPr lang="en-US" sz="3200">
                <a:solidFill>
                  <a:srgbClr val="FF0000"/>
                </a:solidFill>
              </a:rPr>
              <a:t>(Framework)</a:t>
            </a:r>
            <a:endParaRPr sz="2800"/>
          </a:p>
        </p:txBody>
      </p:sp>
      <p:sp>
        <p:nvSpPr>
          <p:cNvPr id="137" name="Google Shape;137;g3851780c8c4_0_45"/>
          <p:cNvSpPr txBox="1"/>
          <p:nvPr>
            <p:ph idx="12" type="sldNum"/>
          </p:nvPr>
        </p:nvSpPr>
        <p:spPr>
          <a:xfrm>
            <a:off x="8737600" y="6245225"/>
            <a:ext cx="2641500" cy="4764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8" name="Google Shape;138;g3851780c8c4_0_45"/>
          <p:cNvSpPr txBox="1"/>
          <p:nvPr>
            <p:ph idx="10" type="dt"/>
          </p:nvPr>
        </p:nvSpPr>
        <p:spPr>
          <a:xfrm>
            <a:off x="812800" y="6245225"/>
            <a:ext cx="3254400" cy="47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End Sem</a:t>
            </a:r>
            <a:endParaRPr/>
          </a:p>
        </p:txBody>
      </p:sp>
      <p:sp>
        <p:nvSpPr>
          <p:cNvPr id="139" name="Google Shape;139;g3851780c8c4_0_45"/>
          <p:cNvSpPr txBox="1"/>
          <p:nvPr>
            <p:ph idx="11" type="ftr"/>
          </p:nvPr>
        </p:nvSpPr>
        <p:spPr>
          <a:xfrm>
            <a:off x="3670125" y="6245225"/>
            <a:ext cx="5738100" cy="476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a:t>
            </a:r>
            <a:r>
              <a:rPr lang="en-US">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400"/>
              <a:buNone/>
            </a:pPr>
            <a:r>
              <a:t/>
            </a:r>
            <a:endParaRPr/>
          </a:p>
        </p:txBody>
      </p:sp>
      <p:pic>
        <p:nvPicPr>
          <p:cNvPr id="140" name="Google Shape;140;g3851780c8c4_0_45"/>
          <p:cNvPicPr preferRelativeResize="0"/>
          <p:nvPr/>
        </p:nvPicPr>
        <p:blipFill rotWithShape="1">
          <a:blip r:embed="rId4">
            <a:alphaModFix/>
          </a:blip>
          <a:srcRect b="0" l="0" r="5535" t="0"/>
          <a:stretch/>
        </p:blipFill>
        <p:spPr>
          <a:xfrm>
            <a:off x="3905075" y="1673100"/>
            <a:ext cx="2396700" cy="4419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3" ty="0" sy="100003"/>
        </a:blipFill>
      </p:bgPr>
    </p:bg>
    <p:spTree>
      <p:nvGrpSpPr>
        <p:cNvPr id="144" name="Shape 144"/>
        <p:cNvGrpSpPr/>
        <p:nvPr/>
      </p:nvGrpSpPr>
      <p:grpSpPr>
        <a:xfrm>
          <a:off x="0" y="0"/>
          <a:ext cx="0" cy="0"/>
          <a:chOff x="0" y="0"/>
          <a:chExt cx="0" cy="0"/>
        </a:xfrm>
      </p:grpSpPr>
      <p:sp>
        <p:nvSpPr>
          <p:cNvPr id="145" name="Google Shape;145;g38ab2fcaa07_0_7"/>
          <p:cNvSpPr txBox="1"/>
          <p:nvPr>
            <p:ph type="title"/>
          </p:nvPr>
        </p:nvSpPr>
        <p:spPr>
          <a:xfrm>
            <a:off x="766233" y="304801"/>
            <a:ext cx="10668000" cy="1215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b="1" lang="en-US" sz="3200">
                <a:solidFill>
                  <a:srgbClr val="FF0000"/>
                </a:solidFill>
              </a:rPr>
              <a:t>Modules</a:t>
            </a:r>
            <a:endParaRPr sz="2800"/>
          </a:p>
        </p:txBody>
      </p:sp>
      <p:sp>
        <p:nvSpPr>
          <p:cNvPr id="146" name="Google Shape;146;g38ab2fcaa07_0_7"/>
          <p:cNvSpPr txBox="1"/>
          <p:nvPr>
            <p:ph idx="1" type="body"/>
          </p:nvPr>
        </p:nvSpPr>
        <p:spPr>
          <a:xfrm>
            <a:off x="868950" y="1852400"/>
            <a:ext cx="10510200" cy="38325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1800"/>
              <a:buNone/>
            </a:pPr>
            <a:r>
              <a:rPr b="1" lang="en-US" sz="2200">
                <a:solidFill>
                  <a:srgbClr val="000000"/>
                </a:solidFill>
                <a:latin typeface="Times New Roman"/>
                <a:ea typeface="Times New Roman"/>
                <a:cs typeface="Times New Roman"/>
                <a:sym typeface="Times New Roman"/>
              </a:rPr>
              <a:t>1. User Registration Module - </a:t>
            </a:r>
            <a:r>
              <a:rPr lang="en-US" sz="2200">
                <a:solidFill>
                  <a:srgbClr val="000000"/>
                </a:solidFill>
                <a:latin typeface="Times New Roman"/>
                <a:ea typeface="Times New Roman"/>
                <a:cs typeface="Times New Roman"/>
                <a:sym typeface="Times New Roman"/>
              </a:rPr>
              <a:t>Manages user profiles, demographic info, and secure authentication.</a:t>
            </a:r>
            <a:endParaRPr sz="2200">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rPr b="1" lang="en-US" sz="2200">
                <a:solidFill>
                  <a:srgbClr val="000000"/>
                </a:solidFill>
                <a:latin typeface="Times New Roman"/>
                <a:ea typeface="Times New Roman"/>
                <a:cs typeface="Times New Roman"/>
                <a:sym typeface="Times New Roman"/>
              </a:rPr>
              <a:t>2. Speech Analysis Module - </a:t>
            </a:r>
            <a:r>
              <a:rPr lang="en-US" sz="2200">
                <a:solidFill>
                  <a:srgbClr val="000000"/>
                </a:solidFill>
                <a:latin typeface="Times New Roman"/>
                <a:ea typeface="Times New Roman"/>
                <a:cs typeface="Times New Roman"/>
                <a:sym typeface="Times New Roman"/>
              </a:rPr>
              <a:t>Converts speech to text and extracts features like tone, pitch, and emotion.</a:t>
            </a:r>
            <a:endParaRPr sz="2200">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rPr b="1" lang="en-US" sz="2200">
                <a:solidFill>
                  <a:srgbClr val="000000"/>
                </a:solidFill>
                <a:latin typeface="Times New Roman"/>
                <a:ea typeface="Times New Roman"/>
                <a:cs typeface="Times New Roman"/>
                <a:sym typeface="Times New Roman"/>
              </a:rPr>
              <a:t>3. Cognitive Test Module - </a:t>
            </a:r>
            <a:r>
              <a:rPr lang="en-US" sz="2200">
                <a:solidFill>
                  <a:srgbClr val="000000"/>
                </a:solidFill>
                <a:latin typeface="Times New Roman"/>
                <a:ea typeface="Times New Roman"/>
                <a:cs typeface="Times New Roman"/>
                <a:sym typeface="Times New Roman"/>
              </a:rPr>
              <a:t>Provides tasks like memory games, problem-solving, and attention tests.</a:t>
            </a:r>
            <a:endParaRPr sz="2200">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rPr b="1" lang="en-US" sz="2200">
                <a:solidFill>
                  <a:srgbClr val="000000"/>
                </a:solidFill>
                <a:latin typeface="Times New Roman"/>
                <a:ea typeface="Times New Roman"/>
                <a:cs typeface="Times New Roman"/>
                <a:sym typeface="Times New Roman"/>
              </a:rPr>
              <a:t>4. Behavioural Monitoring Module - </a:t>
            </a:r>
            <a:r>
              <a:rPr lang="en-US" sz="2200">
                <a:solidFill>
                  <a:srgbClr val="000000"/>
                </a:solidFill>
                <a:latin typeface="Times New Roman"/>
                <a:ea typeface="Times New Roman"/>
                <a:cs typeface="Times New Roman"/>
                <a:sym typeface="Times New Roman"/>
              </a:rPr>
              <a:t>Tracks task completion speed, accuracy, and consistency over time.</a:t>
            </a:r>
            <a:endParaRPr sz="2200">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rPr b="1" lang="en-US" sz="2200">
                <a:solidFill>
                  <a:srgbClr val="000000"/>
                </a:solidFill>
                <a:latin typeface="Times New Roman"/>
                <a:ea typeface="Times New Roman"/>
                <a:cs typeface="Times New Roman"/>
                <a:sym typeface="Times New Roman"/>
              </a:rPr>
              <a:t>5. AI Prediction Module - </a:t>
            </a:r>
            <a:r>
              <a:rPr lang="en-US" sz="2200">
                <a:solidFill>
                  <a:srgbClr val="000000"/>
                </a:solidFill>
                <a:latin typeface="Times New Roman"/>
                <a:ea typeface="Times New Roman"/>
                <a:cs typeface="Times New Roman"/>
                <a:sym typeface="Times New Roman"/>
              </a:rPr>
              <a:t>Uses multimodal data to predict dementia risk using trained ML/DL models.</a:t>
            </a:r>
            <a:endParaRPr sz="2200">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rPr b="1" lang="en-US" sz="2200">
                <a:solidFill>
                  <a:srgbClr val="000000"/>
                </a:solidFill>
                <a:latin typeface="Times New Roman"/>
                <a:ea typeface="Times New Roman"/>
                <a:cs typeface="Times New Roman"/>
                <a:sym typeface="Times New Roman"/>
              </a:rPr>
              <a:t>6. Multilingual Support Module - </a:t>
            </a:r>
            <a:r>
              <a:rPr lang="en-US" sz="2200">
                <a:solidFill>
                  <a:srgbClr val="000000"/>
                </a:solidFill>
                <a:latin typeface="Times New Roman"/>
                <a:ea typeface="Times New Roman"/>
                <a:cs typeface="Times New Roman"/>
                <a:sym typeface="Times New Roman"/>
              </a:rPr>
              <a:t>Ensures system accessibility in regional languages.</a:t>
            </a:r>
            <a:endParaRPr b="1" sz="2200">
              <a:latin typeface="Times New Roman"/>
              <a:ea typeface="Times New Roman"/>
              <a:cs typeface="Times New Roman"/>
              <a:sym typeface="Times New Roman"/>
            </a:endParaRPr>
          </a:p>
        </p:txBody>
      </p:sp>
      <p:sp>
        <p:nvSpPr>
          <p:cNvPr id="147" name="Google Shape;147;g38ab2fcaa07_0_7"/>
          <p:cNvSpPr txBox="1"/>
          <p:nvPr>
            <p:ph idx="12" type="sldNum"/>
          </p:nvPr>
        </p:nvSpPr>
        <p:spPr>
          <a:xfrm>
            <a:off x="8737600" y="6245225"/>
            <a:ext cx="2641500" cy="4764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8" name="Google Shape;148;g38ab2fcaa07_0_7"/>
          <p:cNvSpPr txBox="1"/>
          <p:nvPr>
            <p:ph idx="10" type="dt"/>
          </p:nvPr>
        </p:nvSpPr>
        <p:spPr>
          <a:xfrm>
            <a:off x="812800" y="6245225"/>
            <a:ext cx="3254400" cy="47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End Sem</a:t>
            </a:r>
            <a:endParaRPr/>
          </a:p>
        </p:txBody>
      </p:sp>
      <p:sp>
        <p:nvSpPr>
          <p:cNvPr id="149" name="Google Shape;149;g38ab2fcaa07_0_7"/>
          <p:cNvSpPr txBox="1"/>
          <p:nvPr>
            <p:ph idx="11" type="ftr"/>
          </p:nvPr>
        </p:nvSpPr>
        <p:spPr>
          <a:xfrm>
            <a:off x="3670125" y="6245225"/>
            <a:ext cx="5738100" cy="476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a:t>
            </a:r>
            <a:r>
              <a:rPr lang="en-US">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3" ty="0" sy="100003"/>
        </a:blipFill>
      </p:bgPr>
    </p:bg>
    <p:spTree>
      <p:nvGrpSpPr>
        <p:cNvPr id="153" name="Shape 153"/>
        <p:cNvGrpSpPr/>
        <p:nvPr/>
      </p:nvGrpSpPr>
      <p:grpSpPr>
        <a:xfrm>
          <a:off x="0" y="0"/>
          <a:ext cx="0" cy="0"/>
          <a:chOff x="0" y="0"/>
          <a:chExt cx="0" cy="0"/>
        </a:xfrm>
      </p:grpSpPr>
      <p:sp>
        <p:nvSpPr>
          <p:cNvPr id="154" name="Google Shape;154;g38ca9d00773_0_0"/>
          <p:cNvSpPr txBox="1"/>
          <p:nvPr>
            <p:ph type="title"/>
          </p:nvPr>
        </p:nvSpPr>
        <p:spPr>
          <a:xfrm>
            <a:off x="766233" y="232851"/>
            <a:ext cx="10668000" cy="1215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b="1" lang="en-US" sz="3200">
                <a:solidFill>
                  <a:srgbClr val="FF0000"/>
                </a:solidFill>
              </a:rPr>
              <a:t>Conclusion</a:t>
            </a:r>
            <a:endParaRPr sz="2800"/>
          </a:p>
        </p:txBody>
      </p:sp>
      <p:sp>
        <p:nvSpPr>
          <p:cNvPr id="155" name="Google Shape;155;g38ca9d00773_0_0"/>
          <p:cNvSpPr txBox="1"/>
          <p:nvPr>
            <p:ph idx="12" type="sldNum"/>
          </p:nvPr>
        </p:nvSpPr>
        <p:spPr>
          <a:xfrm>
            <a:off x="8737600" y="6245225"/>
            <a:ext cx="2641500" cy="4764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6" name="Google Shape;156;g38ca9d00773_0_0"/>
          <p:cNvSpPr txBox="1"/>
          <p:nvPr>
            <p:ph idx="1" type="body"/>
          </p:nvPr>
        </p:nvSpPr>
        <p:spPr>
          <a:xfrm>
            <a:off x="766225" y="1922925"/>
            <a:ext cx="10668000" cy="34779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SzPts val="1100"/>
              <a:buNone/>
            </a:pPr>
            <a:r>
              <a:rPr lang="en-US" sz="2400">
                <a:latin typeface="Times New Roman"/>
                <a:ea typeface="Times New Roman"/>
                <a:cs typeface="Times New Roman"/>
                <a:sym typeface="Times New Roman"/>
              </a:rPr>
              <a:t>The implemented system focuses on the </a:t>
            </a:r>
            <a:r>
              <a:rPr b="1" lang="en-US" sz="2400">
                <a:latin typeface="Times New Roman"/>
                <a:ea typeface="Times New Roman"/>
                <a:cs typeface="Times New Roman"/>
                <a:sym typeface="Times New Roman"/>
              </a:rPr>
              <a:t>Speech Recognition Module</a:t>
            </a:r>
            <a:r>
              <a:rPr lang="en-US" sz="2400">
                <a:latin typeface="Times New Roman"/>
                <a:ea typeface="Times New Roman"/>
                <a:cs typeface="Times New Roman"/>
                <a:sym typeface="Times New Roman"/>
              </a:rPr>
              <a:t> of NeuroDetect, which analyzes a user’s speech to identify potential early signs of dementia. By using the </a:t>
            </a:r>
            <a:r>
              <a:rPr b="1" lang="en-US" sz="2400">
                <a:latin typeface="Times New Roman"/>
                <a:ea typeface="Times New Roman"/>
                <a:cs typeface="Times New Roman"/>
                <a:sym typeface="Times New Roman"/>
              </a:rPr>
              <a:t>OpenAI Whisper API</a:t>
            </a:r>
            <a:r>
              <a:rPr lang="en-US" sz="2400">
                <a:latin typeface="Times New Roman"/>
                <a:ea typeface="Times New Roman"/>
                <a:cs typeface="Times New Roman"/>
                <a:sym typeface="Times New Roman"/>
              </a:rPr>
              <a:t>, along with </a:t>
            </a:r>
            <a:r>
              <a:rPr b="1" lang="en-US" sz="2400">
                <a:latin typeface="Times New Roman"/>
                <a:ea typeface="Times New Roman"/>
                <a:cs typeface="Times New Roman"/>
                <a:sym typeface="Times New Roman"/>
              </a:rPr>
              <a:t>LSTM</a:t>
            </a:r>
            <a:r>
              <a:rPr lang="en-US" sz="2400">
                <a:latin typeface="Times New Roman"/>
                <a:ea typeface="Times New Roman"/>
                <a:cs typeface="Times New Roman"/>
                <a:sym typeface="Times New Roman"/>
              </a:rPr>
              <a:t> and </a:t>
            </a:r>
            <a:r>
              <a:rPr b="1" lang="en-US" sz="2400">
                <a:latin typeface="Times New Roman"/>
                <a:ea typeface="Times New Roman"/>
                <a:cs typeface="Times New Roman"/>
                <a:sym typeface="Times New Roman"/>
              </a:rPr>
              <a:t>CNN-LSTM</a:t>
            </a:r>
            <a:r>
              <a:rPr lang="en-US" sz="2400">
                <a:latin typeface="Times New Roman"/>
                <a:ea typeface="Times New Roman"/>
                <a:cs typeface="Times New Roman"/>
                <a:sym typeface="Times New Roman"/>
              </a:rPr>
              <a:t> models, the module extracts meaningful acoustic and linguistic patterns such as speech rate, pauses, fluency, and word retrieval difficulty. These indicators offer valuable insights into early cognitive changes, enabling quick, non-invasive screening without the need for clinical equipment. The module supports remote assessment, making it especially helpful for elderly users and those in rural areas. </a:t>
            </a:r>
            <a:endParaRPr sz="2400">
              <a:latin typeface="Times New Roman"/>
              <a:ea typeface="Times New Roman"/>
              <a:cs typeface="Times New Roman"/>
              <a:sym typeface="Times New Roman"/>
            </a:endParaRPr>
          </a:p>
        </p:txBody>
      </p:sp>
      <p:sp>
        <p:nvSpPr>
          <p:cNvPr id="157" name="Google Shape;157;g38ca9d00773_0_0"/>
          <p:cNvSpPr txBox="1"/>
          <p:nvPr>
            <p:ph idx="10" type="dt"/>
          </p:nvPr>
        </p:nvSpPr>
        <p:spPr>
          <a:xfrm>
            <a:off x="812800" y="6245225"/>
            <a:ext cx="3254400" cy="47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End Sem</a:t>
            </a:r>
            <a:endParaRPr/>
          </a:p>
        </p:txBody>
      </p:sp>
      <p:sp>
        <p:nvSpPr>
          <p:cNvPr id="158" name="Google Shape;158;g38ca9d00773_0_0"/>
          <p:cNvSpPr txBox="1"/>
          <p:nvPr>
            <p:ph idx="11" type="ftr"/>
          </p:nvPr>
        </p:nvSpPr>
        <p:spPr>
          <a:xfrm>
            <a:off x="3670125" y="6245225"/>
            <a:ext cx="5738100" cy="476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a:t>
            </a:r>
            <a:r>
              <a:rPr lang="en-US">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6"/>
          <p:cNvSpPr txBox="1"/>
          <p:nvPr>
            <p:ph type="title"/>
          </p:nvPr>
        </p:nvSpPr>
        <p:spPr>
          <a:xfrm>
            <a:off x="711200" y="3168074"/>
            <a:ext cx="10668000" cy="1216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solidFill>
                  <a:srgbClr val="FF0000"/>
                </a:solidFill>
              </a:rPr>
              <a:t>Thank You</a:t>
            </a:r>
            <a:endParaRPr/>
          </a:p>
        </p:txBody>
      </p:sp>
      <p:sp>
        <p:nvSpPr>
          <p:cNvPr id="164" name="Google Shape;164;p6"/>
          <p:cNvSpPr txBox="1"/>
          <p:nvPr>
            <p:ph idx="12" type="sldNum"/>
          </p:nvPr>
        </p:nvSpPr>
        <p:spPr>
          <a:xfrm>
            <a:off x="8737600" y="6245225"/>
            <a:ext cx="2641600" cy="47625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5" name="Google Shape;165;p6"/>
          <p:cNvSpPr txBox="1"/>
          <p:nvPr>
            <p:ph idx="10" type="dt"/>
          </p:nvPr>
        </p:nvSpPr>
        <p:spPr>
          <a:xfrm>
            <a:off x="812800" y="6245225"/>
            <a:ext cx="3254400" cy="47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End Sem</a:t>
            </a:r>
            <a:endParaRPr/>
          </a:p>
        </p:txBody>
      </p:sp>
      <p:sp>
        <p:nvSpPr>
          <p:cNvPr id="166" name="Google Shape;166;p6"/>
          <p:cNvSpPr txBox="1"/>
          <p:nvPr>
            <p:ph idx="11" type="ftr"/>
          </p:nvPr>
        </p:nvSpPr>
        <p:spPr>
          <a:xfrm>
            <a:off x="3670125" y="6245225"/>
            <a:ext cx="5738100" cy="476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a:t>
            </a:r>
            <a:r>
              <a:rPr lang="en-US">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2025-07-29T03:52:08Z</dcterms:created>
  <dc:creator>DURAI MURUGAN 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1033-5.0.0.7908</vt:lpwstr>
  </property>
</Properties>
</file>